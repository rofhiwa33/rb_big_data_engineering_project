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Quattrocento Sans"/>
      <p:regular r:id="rId31"/>
      <p:bold r:id="rId32"/>
      <p:italic r:id="rId33"/>
      <p:boldItalic r:id="rId34"/>
    </p:embeddedFont>
    <p:embeddedFont>
      <p:font typeface="Gill Sans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3113">
          <p15:clr>
            <a:srgbClr val="A4A3A4"/>
          </p15:clr>
        </p15:guide>
        <p15:guide id="4" orient="horz" pos="873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hraS6WVQLvfeKPFkN9WEazbNJm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3113" orient="horz"/>
        <p:guide pos="87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QuattrocentoSans-italic.fntdata"/><Relationship Id="rId10" Type="http://schemas.openxmlformats.org/officeDocument/2006/relationships/slide" Target="slides/slide4.xml"/><Relationship Id="rId32" Type="http://schemas.openxmlformats.org/officeDocument/2006/relationships/font" Target="fonts/QuattrocentoSans-bold.fntdata"/><Relationship Id="rId13" Type="http://schemas.openxmlformats.org/officeDocument/2006/relationships/slide" Target="slides/slide7.xml"/><Relationship Id="rId35" Type="http://schemas.openxmlformats.org/officeDocument/2006/relationships/font" Target="fonts/GillSans-regular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boldItalic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Gill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13893641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g313893641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1393e525ae_1_7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g31393e525ae_1_7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1393e525ae_1_1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g31393e525ae_1_1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31393e525ae_1_29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g31393e525ae_1_29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3138995c4a1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g3138995c4a1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313bae46a5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313bae46a5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g313bae46a5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13bae46a5f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313bae46a5f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g313bae46a5f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138995c4a1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g3138995c4a1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136d343f7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g3136d343f7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138995c4a1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g3138995c4a1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138c62fc6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138c62fc6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g3138c62fc6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136bede12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136bede12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g3136bede12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31373f3a74c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g31373f3a74c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138c62fc66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g3138c62fc66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13966eb66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g313966eb66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Logo">
  <p:cSld name="Title Slide with Logo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/>
          <p:nvPr/>
        </p:nvSpPr>
        <p:spPr>
          <a:xfrm>
            <a:off x="0" y="0"/>
            <a:ext cx="12192000" cy="44165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-840" r="-84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" name="Google Shape;21;p14"/>
          <p:cNvSpPr txBox="1"/>
          <p:nvPr>
            <p:ph type="ctrTitle"/>
          </p:nvPr>
        </p:nvSpPr>
        <p:spPr>
          <a:xfrm>
            <a:off x="1524000" y="2462986"/>
            <a:ext cx="9144000" cy="1786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4"/>
          <p:cNvSpPr/>
          <p:nvPr/>
        </p:nvSpPr>
        <p:spPr>
          <a:xfrm>
            <a:off x="0" y="4416552"/>
            <a:ext cx="12192000" cy="2441448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14"/>
          <p:cNvSpPr txBox="1"/>
          <p:nvPr>
            <p:ph idx="1" type="subTitle"/>
          </p:nvPr>
        </p:nvSpPr>
        <p:spPr>
          <a:xfrm>
            <a:off x="1524000" y="4734696"/>
            <a:ext cx="9144000" cy="459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4"/>
          <p:cNvSpPr/>
          <p:nvPr>
            <p:ph idx="2" type="pic"/>
          </p:nvPr>
        </p:nvSpPr>
        <p:spPr>
          <a:xfrm>
            <a:off x="5355336" y="1172982"/>
            <a:ext cx="1481328" cy="758952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" name="Google Shape;28;p14"/>
          <p:cNvGrpSpPr/>
          <p:nvPr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29" name="Google Shape;29;p14"/>
            <p:cNvSpPr/>
            <p:nvPr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30" name="Google Shape;30;p14"/>
            <p:cNvCxnSpPr/>
            <p:nvPr/>
          </p:nvCxnSpPr>
          <p:spPr>
            <a:xfrm>
              <a:off x="3681984" y="2307679"/>
              <a:ext cx="4828032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" name="Google Shape;31;p14"/>
            <p:cNvSpPr/>
            <p:nvPr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2" name="Google Shape;32;p14"/>
          <p:cNvGrpSpPr/>
          <p:nvPr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33" name="Google Shape;33;p14"/>
            <p:cNvSpPr/>
            <p:nvPr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34" name="Google Shape;34;p14"/>
            <p:cNvCxnSpPr/>
            <p:nvPr/>
          </p:nvCxnSpPr>
          <p:spPr>
            <a:xfrm>
              <a:off x="3681984" y="2307679"/>
              <a:ext cx="4828032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" name="Google Shape;35;p14"/>
            <p:cNvSpPr/>
            <p:nvPr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ith Image">
  <p:cSld name="Section Header with Imag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>
            <p:ph idx="2" type="pic"/>
          </p:nvPr>
        </p:nvSpPr>
        <p:spPr>
          <a:xfrm>
            <a:off x="0" y="0"/>
            <a:ext cx="6083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5"/>
          <p:cNvSpPr/>
          <p:nvPr/>
        </p:nvSpPr>
        <p:spPr>
          <a:xfrm>
            <a:off x="6083808" y="0"/>
            <a:ext cx="61081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6769768" y="2133599"/>
            <a:ext cx="4618957" cy="249246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3" name="Google Shape;43;p15"/>
          <p:cNvGrpSpPr/>
          <p:nvPr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44" name="Google Shape;44;p15"/>
            <p:cNvSpPr/>
            <p:nvPr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45" name="Google Shape;45;p15"/>
            <p:cNvCxnSpPr/>
            <p:nvPr/>
          </p:nvCxnSpPr>
          <p:spPr>
            <a:xfrm>
              <a:off x="3681984" y="2307679"/>
              <a:ext cx="4201365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" name="Google Shape;46;p15"/>
            <p:cNvSpPr/>
            <p:nvPr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7" name="Google Shape;47;p15"/>
          <p:cNvGrpSpPr/>
          <p:nvPr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48" name="Google Shape;48;p15"/>
            <p:cNvSpPr/>
            <p:nvPr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49" name="Google Shape;49;p15"/>
            <p:cNvCxnSpPr/>
            <p:nvPr/>
          </p:nvCxnSpPr>
          <p:spPr>
            <a:xfrm>
              <a:off x="3681984" y="2307679"/>
              <a:ext cx="4201364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" name="Google Shape;50;p15"/>
            <p:cNvSpPr/>
            <p:nvPr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51" name="Google Shape;51;p15"/>
          <p:cNvSpPr txBox="1"/>
          <p:nvPr>
            <p:ph idx="1" type="subTitle"/>
          </p:nvPr>
        </p:nvSpPr>
        <p:spPr>
          <a:xfrm>
            <a:off x="6769767" y="4889444"/>
            <a:ext cx="4618957" cy="590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15"/>
          <p:cNvSpPr/>
          <p:nvPr>
            <p:ph idx="3" type="pic"/>
          </p:nvPr>
        </p:nvSpPr>
        <p:spPr>
          <a:xfrm>
            <a:off x="3706368" y="3079602"/>
            <a:ext cx="1481328" cy="7589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">
  <p:cSld name="Title and Content with imag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" name="Google Shape;55;p16"/>
          <p:cNvSpPr txBox="1"/>
          <p:nvPr>
            <p:ph type="title"/>
          </p:nvPr>
        </p:nvSpPr>
        <p:spPr>
          <a:xfrm>
            <a:off x="803276" y="2091023"/>
            <a:ext cx="5021940" cy="804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826770" y="3244567"/>
            <a:ext cx="4205904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57" name="Google Shape;57;p16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6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" name="Google Shape;61;p16"/>
          <p:cNvGrpSpPr/>
          <p:nvPr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62" name="Google Shape;62;p16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3" name="Google Shape;63;p16"/>
            <p:cNvSpPr/>
            <p:nvPr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64" name="Google Shape;64;p16"/>
          <p:cNvSpPr txBox="1"/>
          <p:nvPr>
            <p:ph idx="3" type="body"/>
          </p:nvPr>
        </p:nvSpPr>
        <p:spPr>
          <a:xfrm>
            <a:off x="815720" y="3869349"/>
            <a:ext cx="4215201" cy="1328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65" name="Google Shape;65;p16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6" name="Google Shape;66;p16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6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8" name="Google Shape;68;p16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16"/>
          <p:cNvSpPr/>
          <p:nvPr>
            <p:ph idx="4" type="pic"/>
          </p:nvPr>
        </p:nvSpPr>
        <p:spPr>
          <a:xfrm>
            <a:off x="6103003" y="2490534"/>
            <a:ext cx="6083300" cy="25877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838200" y="365126"/>
            <a:ext cx="10515600" cy="652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838200" y="365126"/>
            <a:ext cx="10515600" cy="652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838200" y="1187777"/>
            <a:ext cx="10515600" cy="4534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/>
        </p:nvSpPr>
        <p:spPr>
          <a:xfrm>
            <a:off x="0" y="0"/>
            <a:ext cx="12192000" cy="44165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-840" r="-84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19"/>
          <p:cNvSpPr txBox="1"/>
          <p:nvPr>
            <p:ph type="ctrTitle"/>
          </p:nvPr>
        </p:nvSpPr>
        <p:spPr>
          <a:xfrm>
            <a:off x="1524000" y="2462986"/>
            <a:ext cx="9144000" cy="1786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0" y="4416552"/>
            <a:ext cx="12192000" cy="2441448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1524000" y="4734696"/>
            <a:ext cx="9144000" cy="459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91" name="Google Shape;91;p19"/>
          <p:cNvGrpSpPr/>
          <p:nvPr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92" name="Google Shape;92;p19"/>
            <p:cNvSpPr/>
            <p:nvPr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93" name="Google Shape;93;p19"/>
            <p:cNvCxnSpPr/>
            <p:nvPr/>
          </p:nvCxnSpPr>
          <p:spPr>
            <a:xfrm>
              <a:off x="3681984" y="2307679"/>
              <a:ext cx="4828032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4" name="Google Shape;94;p19"/>
            <p:cNvSpPr/>
            <p:nvPr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95" name="Google Shape;95;p19"/>
          <p:cNvGrpSpPr/>
          <p:nvPr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96" name="Google Shape;96;p19"/>
            <p:cNvSpPr/>
            <p:nvPr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97" name="Google Shape;97;p19"/>
            <p:cNvCxnSpPr/>
            <p:nvPr/>
          </p:nvCxnSpPr>
          <p:spPr>
            <a:xfrm>
              <a:off x="3681984" y="2307679"/>
              <a:ext cx="4828032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" name="Google Shape;98;p19"/>
            <p:cNvSpPr/>
            <p:nvPr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Content Layout">
  <p:cSld name="Thanks Content Layou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Google Shape;101;p20"/>
          <p:cNvSpPr/>
          <p:nvPr>
            <p:ph idx="2" type="pic"/>
          </p:nvPr>
        </p:nvSpPr>
        <p:spPr>
          <a:xfrm>
            <a:off x="6096000" y="0"/>
            <a:ext cx="60896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20"/>
          <p:cNvSpPr/>
          <p:nvPr>
            <p:ph idx="3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809959" y="1546091"/>
            <a:ext cx="4846923" cy="10910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Gill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825335" y="3083960"/>
            <a:ext cx="4586288" cy="509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831850" y="3703834"/>
            <a:ext cx="4586288" cy="23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i="1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5" type="body"/>
          </p:nvPr>
        </p:nvSpPr>
        <p:spPr>
          <a:xfrm>
            <a:off x="824950" y="3946707"/>
            <a:ext cx="4586288" cy="290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838750" y="4423954"/>
            <a:ext cx="4586288" cy="23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i="1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7" type="body"/>
          </p:nvPr>
        </p:nvSpPr>
        <p:spPr>
          <a:xfrm>
            <a:off x="831850" y="4650785"/>
            <a:ext cx="4586288" cy="364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body"/>
          </p:nvPr>
        </p:nvSpPr>
        <p:spPr>
          <a:xfrm>
            <a:off x="831850" y="5153025"/>
            <a:ext cx="4586288" cy="23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i="1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9" type="body"/>
          </p:nvPr>
        </p:nvSpPr>
        <p:spPr>
          <a:xfrm>
            <a:off x="824950" y="5363814"/>
            <a:ext cx="4586288" cy="364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14" name="Google Shape;114;p20"/>
          <p:cNvGrpSpPr/>
          <p:nvPr/>
        </p:nvGrpSpPr>
        <p:grpSpPr>
          <a:xfrm>
            <a:off x="801543" y="2750589"/>
            <a:ext cx="4569895" cy="100800"/>
            <a:chOff x="808548" y="2750589"/>
            <a:chExt cx="4569895" cy="100800"/>
          </a:xfrm>
        </p:grpSpPr>
        <p:grpSp>
          <p:nvGrpSpPr>
            <p:cNvPr id="115" name="Google Shape;115;p20"/>
            <p:cNvGrpSpPr/>
            <p:nvPr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116" name="Google Shape;116;p20"/>
              <p:cNvCxnSpPr/>
              <p:nvPr/>
            </p:nvCxnSpPr>
            <p:spPr>
              <a:xfrm>
                <a:off x="496859" y="3285674"/>
                <a:ext cx="288714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7" name="Google Shape;117;p20"/>
              <p:cNvSpPr/>
              <p:nvPr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18" name="Google Shape;118;p20"/>
            <p:cNvSpPr/>
            <p:nvPr/>
          </p:nvSpPr>
          <p:spPr>
            <a:xfrm flipH="1">
              <a:off x="5277642" y="2750589"/>
              <a:ext cx="100801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19" name="Google Shape;119;p20"/>
          <p:cNvGrpSpPr/>
          <p:nvPr/>
        </p:nvGrpSpPr>
        <p:grpSpPr>
          <a:xfrm>
            <a:off x="801543" y="1660573"/>
            <a:ext cx="4575417" cy="105664"/>
            <a:chOff x="808548" y="2745725"/>
            <a:chExt cx="4575417" cy="105664"/>
          </a:xfrm>
        </p:grpSpPr>
        <p:grpSp>
          <p:nvGrpSpPr>
            <p:cNvPr id="120" name="Google Shape;120;p20"/>
            <p:cNvGrpSpPr/>
            <p:nvPr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121" name="Google Shape;121;p20"/>
              <p:cNvCxnSpPr/>
              <p:nvPr/>
            </p:nvCxnSpPr>
            <p:spPr>
              <a:xfrm>
                <a:off x="496859" y="3285674"/>
                <a:ext cx="288714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2" name="Google Shape;122;p20"/>
              <p:cNvSpPr/>
              <p:nvPr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23" name="Google Shape;123;p20"/>
            <p:cNvSpPr/>
            <p:nvPr/>
          </p:nvSpPr>
          <p:spPr>
            <a:xfrm flipH="1">
              <a:off x="5283164" y="2745725"/>
              <a:ext cx="100801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ontent Layout">
  <p:cSld name="Title, Image and Content Layou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21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6894591" y="1090118"/>
            <a:ext cx="4494133" cy="804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6894591" y="2243662"/>
            <a:ext cx="4473108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1" name="Google Shape;131;p21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" name="Google Shape;132;p21"/>
          <p:cNvGrpSpPr/>
          <p:nvPr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33" name="Google Shape;133;p21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4" name="Google Shape;134;p21"/>
            <p:cNvSpPr/>
            <p:nvPr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35" name="Google Shape;135;p21"/>
          <p:cNvSpPr txBox="1"/>
          <p:nvPr>
            <p:ph idx="3" type="body"/>
          </p:nvPr>
        </p:nvSpPr>
        <p:spPr>
          <a:xfrm>
            <a:off x="6894591" y="2868443"/>
            <a:ext cx="4482996" cy="243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136" name="Google Shape;136;p21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21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8" name="Google Shape;138;p21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21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0" name="Google Shape;140;p21"/>
          <p:cNvSpPr/>
          <p:nvPr>
            <p:ph idx="4" type="pic"/>
          </p:nvPr>
        </p:nvSpPr>
        <p:spPr>
          <a:xfrm>
            <a:off x="2854411" y="1472184"/>
            <a:ext cx="3246204" cy="538581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Layout ver 2">
  <p:cSld name="Title and Content Layout ver 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803276" y="2219359"/>
            <a:ext cx="5021940" cy="804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22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8" name="Google Shape;148;p22"/>
          <p:cNvGrpSpPr/>
          <p:nvPr/>
        </p:nvGrpSpPr>
        <p:grpSpPr>
          <a:xfrm>
            <a:off x="0" y="3122284"/>
            <a:ext cx="3434400" cy="100800"/>
            <a:chOff x="0" y="3240138"/>
            <a:chExt cx="3434400" cy="100800"/>
          </a:xfrm>
        </p:grpSpPr>
        <p:cxnSp>
          <p:nvCxnSpPr>
            <p:cNvPr id="149" name="Google Shape;149;p22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0" name="Google Shape;150;p22"/>
            <p:cNvSpPr/>
            <p:nvPr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51" name="Google Shape;151;p22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22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54" name="Google Shape;154;p22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815720" y="3392200"/>
            <a:ext cx="5009495" cy="2210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56" name="Google Shape;156;p22"/>
          <p:cNvSpPr/>
          <p:nvPr>
            <p:ph idx="3" type="pic"/>
          </p:nvPr>
        </p:nvSpPr>
        <p:spPr>
          <a:xfrm>
            <a:off x="6108356" y="-20834"/>
            <a:ext cx="5245444" cy="538581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 Content Layout">
  <p:cSld name="Icons Content Layou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3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6400317" y="707529"/>
            <a:ext cx="4494133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6400317" y="1625821"/>
            <a:ext cx="4473108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64" name="Google Shape;164;p23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5" name="Google Shape;165;p23"/>
          <p:cNvGrpSpPr/>
          <p:nvPr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66" name="Google Shape;166;p23"/>
            <p:cNvCxnSpPr/>
            <p:nvPr/>
          </p:nvCxnSpPr>
          <p:spPr>
            <a:xfrm>
              <a:off x="-322276" y="3290538"/>
              <a:ext cx="3706276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67" name="Google Shape;167;p23"/>
            <p:cNvSpPr/>
            <p:nvPr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68" name="Google Shape;168;p23"/>
          <p:cNvSpPr txBox="1"/>
          <p:nvPr>
            <p:ph idx="3" type="body"/>
          </p:nvPr>
        </p:nvSpPr>
        <p:spPr>
          <a:xfrm>
            <a:off x="2920469" y="3291840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169" name="Google Shape;169;p23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23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71" name="Google Shape;171;p23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23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23"/>
          <p:cNvSpPr/>
          <p:nvPr>
            <p:ph idx="4" type="pic"/>
          </p:nvPr>
        </p:nvSpPr>
        <p:spPr>
          <a:xfrm>
            <a:off x="2090460" y="3273552"/>
            <a:ext cx="640080" cy="658368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3"/>
          <p:cNvSpPr txBox="1"/>
          <p:nvPr>
            <p:ph idx="5" type="body"/>
          </p:nvPr>
        </p:nvSpPr>
        <p:spPr>
          <a:xfrm>
            <a:off x="831850" y="3291840"/>
            <a:ext cx="120935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75" name="Google Shape;175;p23"/>
          <p:cNvSpPr txBox="1"/>
          <p:nvPr>
            <p:ph idx="6" type="body"/>
          </p:nvPr>
        </p:nvSpPr>
        <p:spPr>
          <a:xfrm>
            <a:off x="2920469" y="4427608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76" name="Google Shape;176;p23"/>
          <p:cNvSpPr/>
          <p:nvPr>
            <p:ph idx="7" type="pic"/>
          </p:nvPr>
        </p:nvSpPr>
        <p:spPr>
          <a:xfrm>
            <a:off x="2090460" y="4409320"/>
            <a:ext cx="640080" cy="658368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3"/>
          <p:cNvSpPr txBox="1"/>
          <p:nvPr>
            <p:ph idx="8" type="body"/>
          </p:nvPr>
        </p:nvSpPr>
        <p:spPr>
          <a:xfrm>
            <a:off x="831850" y="4427608"/>
            <a:ext cx="120935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9" type="body"/>
          </p:nvPr>
        </p:nvSpPr>
        <p:spPr>
          <a:xfrm>
            <a:off x="8549426" y="3291840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79" name="Google Shape;179;p23"/>
          <p:cNvSpPr/>
          <p:nvPr>
            <p:ph idx="13" type="pic"/>
          </p:nvPr>
        </p:nvSpPr>
        <p:spPr>
          <a:xfrm>
            <a:off x="7719417" y="3273552"/>
            <a:ext cx="640080" cy="658368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 txBox="1"/>
          <p:nvPr>
            <p:ph idx="14" type="body"/>
          </p:nvPr>
        </p:nvSpPr>
        <p:spPr>
          <a:xfrm>
            <a:off x="6460807" y="3291840"/>
            <a:ext cx="120935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15" type="body"/>
          </p:nvPr>
        </p:nvSpPr>
        <p:spPr>
          <a:xfrm>
            <a:off x="8549426" y="4427608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82" name="Google Shape;182;p23"/>
          <p:cNvSpPr/>
          <p:nvPr>
            <p:ph idx="16" type="pic"/>
          </p:nvPr>
        </p:nvSpPr>
        <p:spPr>
          <a:xfrm>
            <a:off x="7719417" y="4409320"/>
            <a:ext cx="640080" cy="658368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3"/>
          <p:cNvSpPr txBox="1"/>
          <p:nvPr>
            <p:ph idx="17" type="body"/>
          </p:nvPr>
        </p:nvSpPr>
        <p:spPr>
          <a:xfrm>
            <a:off x="6460807" y="4427608"/>
            <a:ext cx="120935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nitor and Content Layout">
  <p:cSld name="Monitor and Content Layou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6" name="Google Shape;186;p24"/>
          <p:cNvSpPr txBox="1"/>
          <p:nvPr>
            <p:ph type="title"/>
          </p:nvPr>
        </p:nvSpPr>
        <p:spPr>
          <a:xfrm>
            <a:off x="803276" y="2091023"/>
            <a:ext cx="4464049" cy="804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826770" y="3244567"/>
            <a:ext cx="4443165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6192163" y="1435133"/>
            <a:ext cx="5175504" cy="41879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1502" l="0" r="0" t="1503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24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3" name="Google Shape;193;p24"/>
          <p:cNvGrpSpPr/>
          <p:nvPr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194" name="Google Shape;194;p24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5" name="Google Shape;195;p24"/>
            <p:cNvSpPr/>
            <p:nvPr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96" name="Google Shape;196;p24"/>
          <p:cNvSpPr txBox="1"/>
          <p:nvPr>
            <p:ph idx="3" type="body"/>
          </p:nvPr>
        </p:nvSpPr>
        <p:spPr>
          <a:xfrm>
            <a:off x="815720" y="3869349"/>
            <a:ext cx="4452987" cy="1328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97" name="Google Shape;197;p24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98" name="Google Shape;198;p24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24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0" name="Google Shape;200;p24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24"/>
          <p:cNvSpPr/>
          <p:nvPr>
            <p:ph idx="4" type="pic"/>
          </p:nvPr>
        </p:nvSpPr>
        <p:spPr>
          <a:xfrm>
            <a:off x="6362829" y="1673942"/>
            <a:ext cx="4853962" cy="3141406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Content Layout">
  <p:cSld name="Title and Subtitle Content Layou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/>
          <p:nvPr>
            <p:ph idx="2" type="pic"/>
          </p:nvPr>
        </p:nvSpPr>
        <p:spPr>
          <a:xfrm>
            <a:off x="0" y="1682496"/>
            <a:ext cx="12191999" cy="3493008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3863976" y="696584"/>
            <a:ext cx="4464049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3884860" y="1983086"/>
            <a:ext cx="4443165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07" name="Google Shape;207;p25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25"/>
          <p:cNvSpPr/>
          <p:nvPr>
            <p:ph idx="3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25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12" name="Google Shape;212;p25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25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14" name="Google Shape;214;p25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5" name="Google Shape;215;p25"/>
          <p:cNvGrpSpPr/>
          <p:nvPr/>
        </p:nvGrpSpPr>
        <p:grpSpPr>
          <a:xfrm>
            <a:off x="5124396" y="1373283"/>
            <a:ext cx="1943208" cy="100800"/>
            <a:chOff x="3149478" y="1373283"/>
            <a:chExt cx="1943208" cy="100800"/>
          </a:xfrm>
        </p:grpSpPr>
        <p:grpSp>
          <p:nvGrpSpPr>
            <p:cNvPr id="216" name="Google Shape;216;p25"/>
            <p:cNvGrpSpPr/>
            <p:nvPr/>
          </p:nvGrpSpPr>
          <p:grpSpPr>
            <a:xfrm>
              <a:off x="3149478" y="1373283"/>
              <a:ext cx="1943208" cy="100800"/>
              <a:chOff x="0" y="3237441"/>
              <a:chExt cx="1943208" cy="100800"/>
            </a:xfrm>
          </p:grpSpPr>
          <p:cxnSp>
            <p:nvCxnSpPr>
              <p:cNvPr id="217" name="Google Shape;217;p25"/>
              <p:cNvCxnSpPr/>
              <p:nvPr/>
            </p:nvCxnSpPr>
            <p:spPr>
              <a:xfrm>
                <a:off x="0" y="3290538"/>
                <a:ext cx="189280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18" name="Google Shape;218;p25"/>
              <p:cNvSpPr/>
              <p:nvPr/>
            </p:nvSpPr>
            <p:spPr>
              <a:xfrm>
                <a:off x="1842408" y="3237441"/>
                <a:ext cx="100800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219" name="Google Shape;219;p25"/>
            <p:cNvSpPr/>
            <p:nvPr/>
          </p:nvSpPr>
          <p:spPr>
            <a:xfrm>
              <a:off x="3149478" y="1373283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Layout">
  <p:cSld name="Three Content Layou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26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26"/>
          <p:cNvSpPr txBox="1"/>
          <p:nvPr>
            <p:ph type="title"/>
          </p:nvPr>
        </p:nvSpPr>
        <p:spPr>
          <a:xfrm>
            <a:off x="5104263" y="707529"/>
            <a:ext cx="6310887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 txBox="1"/>
          <p:nvPr>
            <p:ph idx="1" type="body"/>
          </p:nvPr>
        </p:nvSpPr>
        <p:spPr>
          <a:xfrm>
            <a:off x="5104263" y="1625821"/>
            <a:ext cx="6289862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27" name="Google Shape;227;p26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8" name="Google Shape;228;p26"/>
          <p:cNvGrpSpPr/>
          <p:nvPr/>
        </p:nvGrpSpPr>
        <p:grpSpPr>
          <a:xfrm flipH="1">
            <a:off x="7179281" y="1375202"/>
            <a:ext cx="5012719" cy="100800"/>
            <a:chOff x="304632" y="3240138"/>
            <a:chExt cx="3129768" cy="100800"/>
          </a:xfrm>
        </p:grpSpPr>
        <p:cxnSp>
          <p:nvCxnSpPr>
            <p:cNvPr id="229" name="Google Shape;229;p26"/>
            <p:cNvCxnSpPr/>
            <p:nvPr/>
          </p:nvCxnSpPr>
          <p:spPr>
            <a:xfrm>
              <a:off x="304632" y="3290538"/>
              <a:ext cx="307937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0" name="Google Shape;230;p26"/>
            <p:cNvSpPr/>
            <p:nvPr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31" name="Google Shape;231;p26"/>
          <p:cNvSpPr txBox="1"/>
          <p:nvPr>
            <p:ph idx="3" type="body"/>
          </p:nvPr>
        </p:nvSpPr>
        <p:spPr>
          <a:xfrm>
            <a:off x="1226927" y="4271296"/>
            <a:ext cx="2944368" cy="1419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232" name="Google Shape;232;p26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26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4" name="Google Shape;234;p26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26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6" name="Google Shape;236;p26"/>
          <p:cNvSpPr txBox="1"/>
          <p:nvPr>
            <p:ph idx="4" type="body"/>
          </p:nvPr>
        </p:nvSpPr>
        <p:spPr>
          <a:xfrm>
            <a:off x="1226927" y="3858610"/>
            <a:ext cx="2944368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37" name="Google Shape;237;p26"/>
          <p:cNvSpPr/>
          <p:nvPr>
            <p:ph idx="5" type="body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26"/>
          <p:cNvSpPr txBox="1"/>
          <p:nvPr>
            <p:ph idx="6" type="body"/>
          </p:nvPr>
        </p:nvSpPr>
        <p:spPr>
          <a:xfrm>
            <a:off x="4871314" y="4271296"/>
            <a:ext cx="2944368" cy="1419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39" name="Google Shape;239;p26"/>
          <p:cNvSpPr/>
          <p:nvPr>
            <p:ph idx="7" type="body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26"/>
          <p:cNvSpPr txBox="1"/>
          <p:nvPr>
            <p:ph idx="8" type="body"/>
          </p:nvPr>
        </p:nvSpPr>
        <p:spPr>
          <a:xfrm>
            <a:off x="4871314" y="3858610"/>
            <a:ext cx="2944368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9" type="body"/>
          </p:nvPr>
        </p:nvSpPr>
        <p:spPr>
          <a:xfrm>
            <a:off x="8515702" y="4271296"/>
            <a:ext cx="2944368" cy="1419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42" name="Google Shape;242;p26"/>
          <p:cNvSpPr/>
          <p:nvPr>
            <p:ph idx="13" type="body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26"/>
          <p:cNvSpPr txBox="1"/>
          <p:nvPr>
            <p:ph idx="14" type="body"/>
          </p:nvPr>
        </p:nvSpPr>
        <p:spPr>
          <a:xfrm>
            <a:off x="8515702" y="3858610"/>
            <a:ext cx="2944368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244" name="Google Shape;244;p26"/>
          <p:cNvCxnSpPr/>
          <p:nvPr/>
        </p:nvCxnSpPr>
        <p:spPr>
          <a:xfrm>
            <a:off x="2205335" y="3256107"/>
            <a:ext cx="266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26"/>
          <p:cNvCxnSpPr/>
          <p:nvPr/>
        </p:nvCxnSpPr>
        <p:spPr>
          <a:xfrm>
            <a:off x="5849839" y="3255785"/>
            <a:ext cx="266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Comparison">
  <p:cSld name="Numbers Comparison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8" name="Google Shape;248;p27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27"/>
          <p:cNvSpPr txBox="1"/>
          <p:nvPr>
            <p:ph type="title"/>
          </p:nvPr>
        </p:nvSpPr>
        <p:spPr>
          <a:xfrm>
            <a:off x="4292016" y="707529"/>
            <a:ext cx="7118056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7"/>
          <p:cNvSpPr txBox="1"/>
          <p:nvPr>
            <p:ph idx="1" type="body"/>
          </p:nvPr>
        </p:nvSpPr>
        <p:spPr>
          <a:xfrm>
            <a:off x="4292016" y="1625821"/>
            <a:ext cx="7096709" cy="97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53" name="Google Shape;253;p27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4" name="Google Shape;254;p27"/>
          <p:cNvGrpSpPr/>
          <p:nvPr/>
        </p:nvGrpSpPr>
        <p:grpSpPr>
          <a:xfrm flipH="1">
            <a:off x="4314481" y="1375202"/>
            <a:ext cx="7877762" cy="100800"/>
            <a:chOff x="245426" y="3240138"/>
            <a:chExt cx="4016100" cy="100800"/>
          </a:xfrm>
        </p:grpSpPr>
        <p:cxnSp>
          <p:nvCxnSpPr>
            <p:cNvPr id="255" name="Google Shape;255;p27"/>
            <p:cNvCxnSpPr>
              <a:endCxn id="256" idx="6"/>
            </p:cNvCxnSpPr>
            <p:nvPr/>
          </p:nvCxnSpPr>
          <p:spPr>
            <a:xfrm>
              <a:off x="245426" y="3290538"/>
              <a:ext cx="40161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6" name="Google Shape;256;p27"/>
            <p:cNvSpPr/>
            <p:nvPr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257" name="Google Shape;257;p27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p27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59" name="Google Shape;259;p27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p27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1" name="Google Shape;261;p27"/>
          <p:cNvSpPr txBox="1"/>
          <p:nvPr>
            <p:ph idx="3" type="body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27"/>
          <p:cNvSpPr txBox="1"/>
          <p:nvPr>
            <p:ph idx="4" type="body"/>
          </p:nvPr>
        </p:nvSpPr>
        <p:spPr>
          <a:xfrm>
            <a:off x="5716329" y="3394494"/>
            <a:ext cx="5678300" cy="97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63" name="Google Shape;263;p27"/>
          <p:cNvSpPr txBox="1"/>
          <p:nvPr>
            <p:ph idx="5" type="body"/>
          </p:nvPr>
        </p:nvSpPr>
        <p:spPr>
          <a:xfrm>
            <a:off x="4292016" y="3394494"/>
            <a:ext cx="1399099" cy="97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64" name="Google Shape;264;p27"/>
          <p:cNvSpPr txBox="1"/>
          <p:nvPr>
            <p:ph idx="6" type="body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27"/>
          <p:cNvSpPr txBox="1"/>
          <p:nvPr>
            <p:ph idx="7" type="body"/>
          </p:nvPr>
        </p:nvSpPr>
        <p:spPr>
          <a:xfrm>
            <a:off x="5716329" y="4687216"/>
            <a:ext cx="5678300" cy="97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8" type="body"/>
          </p:nvPr>
        </p:nvSpPr>
        <p:spPr>
          <a:xfrm>
            <a:off x="4292016" y="4687216"/>
            <a:ext cx="1399099" cy="97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Layout with circles">
  <p:cSld name="Content Layout with circle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803276" y="3242645"/>
            <a:ext cx="4464049" cy="11771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826770" y="4872948"/>
            <a:ext cx="4443165" cy="88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71" name="Google Shape;271;p28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8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8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28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75" name="Google Shape;275;p28"/>
          <p:cNvGrpSpPr/>
          <p:nvPr/>
        </p:nvGrpSpPr>
        <p:grpSpPr>
          <a:xfrm>
            <a:off x="0" y="4581382"/>
            <a:ext cx="4370400" cy="100800"/>
            <a:chOff x="-1228304" y="3240138"/>
            <a:chExt cx="4370400" cy="100800"/>
          </a:xfrm>
        </p:grpSpPr>
        <p:cxnSp>
          <p:nvCxnSpPr>
            <p:cNvPr id="276" name="Google Shape;276;p28"/>
            <p:cNvCxnSpPr/>
            <p:nvPr/>
          </p:nvCxnSpPr>
          <p:spPr>
            <a:xfrm>
              <a:off x="-1228304" y="3290538"/>
              <a:ext cx="4320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7" name="Google Shape;277;p28"/>
            <p:cNvSpPr/>
            <p:nvPr/>
          </p:nvSpPr>
          <p:spPr>
            <a:xfrm>
              <a:off x="3041296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78" name="Google Shape;278;p28"/>
          <p:cNvSpPr txBox="1"/>
          <p:nvPr>
            <p:ph idx="3" type="body"/>
          </p:nvPr>
        </p:nvSpPr>
        <p:spPr>
          <a:xfrm>
            <a:off x="5533023" y="4551485"/>
            <a:ext cx="5855702" cy="1208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79" name="Google Shape;279;p28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80" name="Google Shape;280;p28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" name="Google Shape;281;p28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82" name="Google Shape;282;p28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28"/>
          <p:cNvSpPr/>
          <p:nvPr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6" name="Google Shape;286;p28"/>
          <p:cNvSpPr txBox="1"/>
          <p:nvPr>
            <p:ph idx="4" type="body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28"/>
          <p:cNvSpPr txBox="1"/>
          <p:nvPr>
            <p:ph idx="5" type="body"/>
          </p:nvPr>
        </p:nvSpPr>
        <p:spPr>
          <a:xfrm>
            <a:off x="3927524" y="2363691"/>
            <a:ext cx="1519848" cy="617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88" name="Google Shape;288;p28"/>
          <p:cNvSpPr txBox="1"/>
          <p:nvPr>
            <p:ph idx="6" type="body"/>
          </p:nvPr>
        </p:nvSpPr>
        <p:spPr>
          <a:xfrm>
            <a:off x="3806132" y="1185842"/>
            <a:ext cx="1519848" cy="250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0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7" type="body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8" type="body"/>
          </p:nvPr>
        </p:nvSpPr>
        <p:spPr>
          <a:xfrm>
            <a:off x="6189088" y="2753338"/>
            <a:ext cx="1519848" cy="617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9" type="body"/>
          </p:nvPr>
        </p:nvSpPr>
        <p:spPr>
          <a:xfrm>
            <a:off x="6067696" y="1537655"/>
            <a:ext cx="1519848" cy="250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0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13" type="body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14" type="body"/>
          </p:nvPr>
        </p:nvSpPr>
        <p:spPr>
          <a:xfrm>
            <a:off x="8981735" y="3034569"/>
            <a:ext cx="1519848" cy="617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15" type="body"/>
          </p:nvPr>
        </p:nvSpPr>
        <p:spPr>
          <a:xfrm>
            <a:off x="9089050" y="1818886"/>
            <a:ext cx="1519848" cy="250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0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with Subtitle">
  <p:cSld name="Two Content with Subtitle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7" name="Google Shape;297;p29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9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9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29"/>
          <p:cNvSpPr txBox="1"/>
          <p:nvPr>
            <p:ph type="title"/>
          </p:nvPr>
        </p:nvSpPr>
        <p:spPr>
          <a:xfrm>
            <a:off x="6096000" y="707529"/>
            <a:ext cx="5314072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9"/>
          <p:cNvSpPr txBox="1"/>
          <p:nvPr>
            <p:ph idx="1" type="body"/>
          </p:nvPr>
        </p:nvSpPr>
        <p:spPr>
          <a:xfrm>
            <a:off x="6096000" y="1625821"/>
            <a:ext cx="5292725" cy="97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02" name="Google Shape;302;p29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03" name="Google Shape;303;p29"/>
          <p:cNvGrpSpPr/>
          <p:nvPr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304" name="Google Shape;304;p29"/>
            <p:cNvCxnSpPr/>
            <p:nvPr/>
          </p:nvCxnSpPr>
          <p:spPr>
            <a:xfrm>
              <a:off x="646015" y="3290538"/>
              <a:ext cx="3107749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5" name="Google Shape;305;p29"/>
            <p:cNvSpPr/>
            <p:nvPr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306" name="Google Shape;306;p29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7" name="Google Shape;307;p29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08" name="Google Shape;308;p29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29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0" name="Google Shape;310;p29"/>
          <p:cNvSpPr txBox="1"/>
          <p:nvPr>
            <p:ph idx="3" type="body"/>
          </p:nvPr>
        </p:nvSpPr>
        <p:spPr>
          <a:xfrm>
            <a:off x="831851" y="3335524"/>
            <a:ext cx="4817836" cy="224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11" name="Google Shape;311;p29"/>
          <p:cNvSpPr txBox="1"/>
          <p:nvPr>
            <p:ph idx="4" type="body"/>
          </p:nvPr>
        </p:nvSpPr>
        <p:spPr>
          <a:xfrm>
            <a:off x="831850" y="2905291"/>
            <a:ext cx="2915732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12" name="Google Shape;312;p29"/>
          <p:cNvSpPr txBox="1"/>
          <p:nvPr>
            <p:ph idx="5" type="body"/>
          </p:nvPr>
        </p:nvSpPr>
        <p:spPr>
          <a:xfrm>
            <a:off x="6098826" y="3335524"/>
            <a:ext cx="5311245" cy="224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6" type="body"/>
          </p:nvPr>
        </p:nvSpPr>
        <p:spPr>
          <a:xfrm>
            <a:off x="6098826" y="2905291"/>
            <a:ext cx="2915732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Layout">
  <p:cSld name="Chart Layou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6" name="Google Shape;316;p30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0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30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30"/>
          <p:cNvSpPr txBox="1"/>
          <p:nvPr>
            <p:ph type="title"/>
          </p:nvPr>
        </p:nvSpPr>
        <p:spPr>
          <a:xfrm>
            <a:off x="806105" y="707529"/>
            <a:ext cx="3704150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0" name="Google Shape;320;p30"/>
          <p:cNvGrpSpPr/>
          <p:nvPr/>
        </p:nvGrpSpPr>
        <p:grpSpPr>
          <a:xfrm>
            <a:off x="-6" y="1374243"/>
            <a:ext cx="4319045" cy="100800"/>
            <a:chOff x="646012" y="3239179"/>
            <a:chExt cx="2201856" cy="100800"/>
          </a:xfrm>
        </p:grpSpPr>
        <p:cxnSp>
          <p:nvCxnSpPr>
            <p:cNvPr id="321" name="Google Shape;321;p30"/>
            <p:cNvCxnSpPr/>
            <p:nvPr/>
          </p:nvCxnSpPr>
          <p:spPr>
            <a:xfrm>
              <a:off x="646012" y="3290538"/>
              <a:ext cx="2165636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2" name="Google Shape;322;p30"/>
            <p:cNvSpPr/>
            <p:nvPr/>
          </p:nvSpPr>
          <p:spPr>
            <a:xfrm>
              <a:off x="2796480" y="3239179"/>
              <a:ext cx="51388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323" name="Google Shape;323;p30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4" name="Google Shape;324;p30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25" name="Google Shape;325;p30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" name="Google Shape;326;p30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descr="Competitors logos quadrant" id="327" name="Google Shape;327;p30"/>
          <p:cNvSpPr/>
          <p:nvPr>
            <p:ph idx="2" type="pic"/>
          </p:nvPr>
        </p:nvSpPr>
        <p:spPr>
          <a:xfrm>
            <a:off x="3928670" y="2872719"/>
            <a:ext cx="1772153" cy="77724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328" name="Google Shape;328;p30"/>
          <p:cNvSpPr/>
          <p:nvPr>
            <p:ph idx="3" type="pic"/>
          </p:nvPr>
        </p:nvSpPr>
        <p:spPr>
          <a:xfrm>
            <a:off x="806105" y="2171148"/>
            <a:ext cx="1655064" cy="77724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329" name="Google Shape;329;p30"/>
          <p:cNvSpPr/>
          <p:nvPr>
            <p:ph idx="4" type="pic"/>
          </p:nvPr>
        </p:nvSpPr>
        <p:spPr>
          <a:xfrm>
            <a:off x="2729582" y="4456262"/>
            <a:ext cx="1772153" cy="77724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330" name="Google Shape;330;p30"/>
          <p:cNvSpPr/>
          <p:nvPr>
            <p:ph idx="5" type="pic"/>
          </p:nvPr>
        </p:nvSpPr>
        <p:spPr>
          <a:xfrm>
            <a:off x="6829546" y="2770168"/>
            <a:ext cx="1772153" cy="77724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331" name="Google Shape;331;p30"/>
          <p:cNvSpPr/>
          <p:nvPr>
            <p:ph idx="6" type="pic"/>
          </p:nvPr>
        </p:nvSpPr>
        <p:spPr>
          <a:xfrm>
            <a:off x="6610067" y="4588832"/>
            <a:ext cx="1772153" cy="77724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332" name="Google Shape;332;p30"/>
          <p:cNvSpPr/>
          <p:nvPr>
            <p:ph idx="7" type="pic"/>
          </p:nvPr>
        </p:nvSpPr>
        <p:spPr>
          <a:xfrm>
            <a:off x="9571158" y="4977452"/>
            <a:ext cx="1772153" cy="77724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idx="1" type="body"/>
          </p:nvPr>
        </p:nvSpPr>
        <p:spPr>
          <a:xfrm>
            <a:off x="789869" y="3642757"/>
            <a:ext cx="2741612" cy="24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30"/>
          <p:cNvSpPr txBox="1"/>
          <p:nvPr>
            <p:ph idx="8" type="body"/>
          </p:nvPr>
        </p:nvSpPr>
        <p:spPr>
          <a:xfrm>
            <a:off x="6315481" y="5884080"/>
            <a:ext cx="2741612" cy="24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30"/>
          <p:cNvSpPr txBox="1"/>
          <p:nvPr>
            <p:ph idx="9" type="body"/>
          </p:nvPr>
        </p:nvSpPr>
        <p:spPr>
          <a:xfrm>
            <a:off x="6315481" y="1343118"/>
            <a:ext cx="2741612" cy="24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6" name="Google Shape;336;p30"/>
          <p:cNvSpPr/>
          <p:nvPr>
            <p:ph idx="13" type="pic"/>
          </p:nvPr>
        </p:nvSpPr>
        <p:spPr>
          <a:xfrm>
            <a:off x="9417999" y="1977257"/>
            <a:ext cx="1481328" cy="758952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30"/>
          <p:cNvSpPr txBox="1"/>
          <p:nvPr>
            <p:ph idx="14" type="body"/>
          </p:nvPr>
        </p:nvSpPr>
        <p:spPr>
          <a:xfrm>
            <a:off x="8651686" y="3642757"/>
            <a:ext cx="2741612" cy="248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38" name="Google Shape;338;p30"/>
          <p:cNvGrpSpPr/>
          <p:nvPr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39" name="Google Shape;339;p30"/>
            <p:cNvCxnSpPr/>
            <p:nvPr/>
          </p:nvCxnSpPr>
          <p:spPr>
            <a:xfrm rot="-5400000">
              <a:off x="3389377" y="4151376"/>
              <a:ext cx="541324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0" name="Google Shape;340;p30"/>
            <p:cNvSpPr/>
            <p:nvPr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41" name="Google Shape;341;p30"/>
          <p:cNvGrpSpPr/>
          <p:nvPr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42" name="Google Shape;342;p30"/>
            <p:cNvCxnSpPr/>
            <p:nvPr/>
          </p:nvCxnSpPr>
          <p:spPr>
            <a:xfrm rot="-5400000">
              <a:off x="408032" y="7082102"/>
              <a:ext cx="113760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3" name="Google Shape;343;p30"/>
            <p:cNvSpPr/>
            <p:nvPr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ection Content Layout">
  <p:cSld name="Three Section Content Layou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6" name="Google Shape;346;p31"/>
          <p:cNvSpPr txBox="1"/>
          <p:nvPr>
            <p:ph type="title"/>
          </p:nvPr>
        </p:nvSpPr>
        <p:spPr>
          <a:xfrm>
            <a:off x="803277" y="1512271"/>
            <a:ext cx="2828198" cy="12868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31"/>
          <p:cNvSpPr txBox="1"/>
          <p:nvPr>
            <p:ph idx="1" type="body"/>
          </p:nvPr>
        </p:nvSpPr>
        <p:spPr>
          <a:xfrm>
            <a:off x="826771" y="3148315"/>
            <a:ext cx="2216876" cy="2098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48" name="Google Shape;348;p31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31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1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31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52" name="Google Shape;352;p31"/>
          <p:cNvGrpSpPr/>
          <p:nvPr/>
        </p:nvGrpSpPr>
        <p:grpSpPr>
          <a:xfrm>
            <a:off x="0" y="2897696"/>
            <a:ext cx="3360726" cy="100800"/>
            <a:chOff x="0" y="3240138"/>
            <a:chExt cx="3360726" cy="100800"/>
          </a:xfrm>
        </p:grpSpPr>
        <p:cxnSp>
          <p:nvCxnSpPr>
            <p:cNvPr id="353" name="Google Shape;353;p31"/>
            <p:cNvCxnSpPr/>
            <p:nvPr/>
          </p:nvCxnSpPr>
          <p:spPr>
            <a:xfrm>
              <a:off x="0" y="3290538"/>
              <a:ext cx="3276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4" name="Google Shape;354;p31"/>
            <p:cNvSpPr/>
            <p:nvPr/>
          </p:nvSpPr>
          <p:spPr>
            <a:xfrm>
              <a:off x="3259926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55" name="Google Shape;355;p31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56" name="Google Shape;356;p31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31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58" name="Google Shape;358;p31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9" name="Google Shape;359;p31"/>
          <p:cNvSpPr/>
          <p:nvPr>
            <p:ph idx="3" type="body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0" name="Google Shape;360;p31"/>
          <p:cNvSpPr/>
          <p:nvPr>
            <p:ph idx="4" type="body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36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31"/>
          <p:cNvSpPr/>
          <p:nvPr>
            <p:ph idx="5" type="body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36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62" name="Google Shape;362;p31"/>
          <p:cNvCxnSpPr/>
          <p:nvPr/>
        </p:nvCxnSpPr>
        <p:spPr>
          <a:xfrm rot="-5400000">
            <a:off x="4068065" y="1728891"/>
            <a:ext cx="1792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31"/>
          <p:cNvCxnSpPr/>
          <p:nvPr/>
        </p:nvCxnSpPr>
        <p:spPr>
          <a:xfrm>
            <a:off x="4964465" y="836613"/>
            <a:ext cx="592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31"/>
          <p:cNvCxnSpPr/>
          <p:nvPr/>
        </p:nvCxnSpPr>
        <p:spPr>
          <a:xfrm rot="-5400000">
            <a:off x="10688444" y="1030491"/>
            <a:ext cx="3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31"/>
          <p:cNvCxnSpPr/>
          <p:nvPr/>
        </p:nvCxnSpPr>
        <p:spPr>
          <a:xfrm rot="10800000">
            <a:off x="7925455" y="837355"/>
            <a:ext cx="0" cy="117818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p31"/>
          <p:cNvSpPr txBox="1"/>
          <p:nvPr>
            <p:ph idx="6" type="body"/>
          </p:nvPr>
        </p:nvSpPr>
        <p:spPr>
          <a:xfrm>
            <a:off x="3151266" y="4543170"/>
            <a:ext cx="2589369" cy="128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67" name="Google Shape;367;p31"/>
          <p:cNvSpPr txBox="1"/>
          <p:nvPr>
            <p:ph idx="7" type="body"/>
          </p:nvPr>
        </p:nvSpPr>
        <p:spPr>
          <a:xfrm>
            <a:off x="3151265" y="4246467"/>
            <a:ext cx="2415199" cy="2361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68" name="Google Shape;368;p31"/>
          <p:cNvSpPr txBox="1"/>
          <p:nvPr>
            <p:ph idx="8" type="body"/>
          </p:nvPr>
        </p:nvSpPr>
        <p:spPr>
          <a:xfrm>
            <a:off x="3151265" y="3883902"/>
            <a:ext cx="2415199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69" name="Google Shape;369;p31"/>
          <p:cNvSpPr txBox="1"/>
          <p:nvPr>
            <p:ph idx="9" type="body"/>
          </p:nvPr>
        </p:nvSpPr>
        <p:spPr>
          <a:xfrm>
            <a:off x="6048861" y="3849559"/>
            <a:ext cx="2589369" cy="1786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70" name="Google Shape;370;p31"/>
          <p:cNvSpPr txBox="1"/>
          <p:nvPr>
            <p:ph idx="13" type="body"/>
          </p:nvPr>
        </p:nvSpPr>
        <p:spPr>
          <a:xfrm>
            <a:off x="6048860" y="3552857"/>
            <a:ext cx="2415199" cy="2361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14" type="body"/>
          </p:nvPr>
        </p:nvSpPr>
        <p:spPr>
          <a:xfrm>
            <a:off x="6048860" y="3190292"/>
            <a:ext cx="2415199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15" type="body"/>
          </p:nvPr>
        </p:nvSpPr>
        <p:spPr>
          <a:xfrm>
            <a:off x="8975159" y="3147170"/>
            <a:ext cx="2589369" cy="231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73" name="Google Shape;373;p31"/>
          <p:cNvSpPr txBox="1"/>
          <p:nvPr>
            <p:ph idx="16" type="body"/>
          </p:nvPr>
        </p:nvSpPr>
        <p:spPr>
          <a:xfrm>
            <a:off x="8975158" y="2850467"/>
            <a:ext cx="2415199" cy="2361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74" name="Google Shape;374;p31"/>
          <p:cNvSpPr txBox="1"/>
          <p:nvPr>
            <p:ph idx="17" type="body"/>
          </p:nvPr>
        </p:nvSpPr>
        <p:spPr>
          <a:xfrm>
            <a:off x="8975158" y="2487902"/>
            <a:ext cx="2415199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Chart Content Layout">
  <p:cSld name="Table and Chart Content Layout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7" name="Google Shape;377;p32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32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32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6096000" y="707529"/>
            <a:ext cx="5314072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2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82" name="Google Shape;382;p32"/>
          <p:cNvGrpSpPr/>
          <p:nvPr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383" name="Google Shape;383;p32"/>
            <p:cNvCxnSpPr/>
            <p:nvPr/>
          </p:nvCxnSpPr>
          <p:spPr>
            <a:xfrm>
              <a:off x="646015" y="3290538"/>
              <a:ext cx="3107749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4" name="Google Shape;384;p32"/>
            <p:cNvSpPr/>
            <p:nvPr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385" name="Google Shape;385;p32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6" name="Google Shape;386;p32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87" name="Google Shape;387;p32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8" name="Google Shape;388;p32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9" name="Google Shape;389;p32"/>
          <p:cNvSpPr txBox="1"/>
          <p:nvPr>
            <p:ph idx="1" type="body"/>
          </p:nvPr>
        </p:nvSpPr>
        <p:spPr>
          <a:xfrm>
            <a:off x="831850" y="2031832"/>
            <a:ext cx="2915732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90" name="Google Shape;390;p32"/>
          <p:cNvSpPr txBox="1"/>
          <p:nvPr>
            <p:ph idx="3" type="body"/>
          </p:nvPr>
        </p:nvSpPr>
        <p:spPr>
          <a:xfrm>
            <a:off x="6096000" y="2031832"/>
            <a:ext cx="2915732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391" name="Google Shape;391;p32"/>
          <p:cNvSpPr txBox="1"/>
          <p:nvPr>
            <p:ph idx="4" type="body"/>
          </p:nvPr>
        </p:nvSpPr>
        <p:spPr>
          <a:xfrm>
            <a:off x="803275" y="2524125"/>
            <a:ext cx="4970463" cy="293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2" name="Google Shape;392;p32"/>
          <p:cNvSpPr txBox="1"/>
          <p:nvPr>
            <p:ph idx="5" type="body"/>
          </p:nvPr>
        </p:nvSpPr>
        <p:spPr>
          <a:xfrm>
            <a:off x="6096000" y="2524125"/>
            <a:ext cx="4970463" cy="293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Content Layout">
  <p:cSld name="Timeline Content Layou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5" name="Google Shape;395;p33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3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33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8736466" y="707529"/>
            <a:ext cx="2673606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33"/>
          <p:cNvSpPr txBox="1"/>
          <p:nvPr>
            <p:ph idx="1" type="body"/>
          </p:nvPr>
        </p:nvSpPr>
        <p:spPr>
          <a:xfrm>
            <a:off x="9147803" y="1625821"/>
            <a:ext cx="2262267" cy="2021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00" name="Google Shape;400;p33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1" name="Google Shape;401;p33"/>
          <p:cNvGrpSpPr/>
          <p:nvPr/>
        </p:nvGrpSpPr>
        <p:grpSpPr>
          <a:xfrm flipH="1">
            <a:off x="9186215" y="1375202"/>
            <a:ext cx="3005785" cy="100800"/>
            <a:chOff x="2729180" y="3240138"/>
            <a:chExt cx="1532346" cy="100800"/>
          </a:xfrm>
        </p:grpSpPr>
        <p:cxnSp>
          <p:nvCxnSpPr>
            <p:cNvPr id="402" name="Google Shape;402;p33"/>
            <p:cNvCxnSpPr/>
            <p:nvPr/>
          </p:nvCxnSpPr>
          <p:spPr>
            <a:xfrm>
              <a:off x="2729180" y="3290538"/>
              <a:ext cx="1504927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3" name="Google Shape;403;p33"/>
            <p:cNvSpPr/>
            <p:nvPr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404" name="Google Shape;404;p33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5" name="Google Shape;405;p33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06" name="Google Shape;406;p33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7" name="Google Shape;407;p33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8" name="Google Shape;408;p33"/>
          <p:cNvSpPr txBox="1"/>
          <p:nvPr>
            <p:ph idx="3" type="body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9" name="Google Shape;409;p33"/>
          <p:cNvSpPr txBox="1"/>
          <p:nvPr>
            <p:ph idx="4" type="body"/>
          </p:nvPr>
        </p:nvSpPr>
        <p:spPr>
          <a:xfrm>
            <a:off x="5930241" y="1079309"/>
            <a:ext cx="2810591" cy="758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10" name="Google Shape;410;p33"/>
          <p:cNvSpPr txBox="1"/>
          <p:nvPr>
            <p:ph idx="5" type="body"/>
          </p:nvPr>
        </p:nvSpPr>
        <p:spPr>
          <a:xfrm>
            <a:off x="5930241" y="786637"/>
            <a:ext cx="2810591" cy="292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411" name="Google Shape;411;p33"/>
          <p:cNvCxnSpPr/>
          <p:nvPr/>
        </p:nvCxnSpPr>
        <p:spPr>
          <a:xfrm rot="-5400000">
            <a:off x="2094269" y="3429000"/>
            <a:ext cx="685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2" name="Google Shape;412;p33"/>
          <p:cNvSpPr/>
          <p:nvPr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6" name="Google Shape;416;p33"/>
          <p:cNvSpPr txBox="1"/>
          <p:nvPr>
            <p:ph idx="6" type="body"/>
          </p:nvPr>
        </p:nvSpPr>
        <p:spPr>
          <a:xfrm>
            <a:off x="5930241" y="2532448"/>
            <a:ext cx="2810591" cy="758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17" name="Google Shape;417;p33"/>
          <p:cNvSpPr txBox="1"/>
          <p:nvPr>
            <p:ph idx="7" type="body"/>
          </p:nvPr>
        </p:nvSpPr>
        <p:spPr>
          <a:xfrm>
            <a:off x="5930241" y="2239776"/>
            <a:ext cx="2810591" cy="292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18" name="Google Shape;418;p33"/>
          <p:cNvSpPr txBox="1"/>
          <p:nvPr>
            <p:ph idx="8" type="body"/>
          </p:nvPr>
        </p:nvSpPr>
        <p:spPr>
          <a:xfrm>
            <a:off x="5930241" y="3985587"/>
            <a:ext cx="2810591" cy="758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19" name="Google Shape;419;p33"/>
          <p:cNvSpPr txBox="1"/>
          <p:nvPr>
            <p:ph idx="9" type="body"/>
          </p:nvPr>
        </p:nvSpPr>
        <p:spPr>
          <a:xfrm>
            <a:off x="5930241" y="3692915"/>
            <a:ext cx="2810591" cy="292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20" name="Google Shape;420;p33"/>
          <p:cNvSpPr txBox="1"/>
          <p:nvPr>
            <p:ph idx="13" type="body"/>
          </p:nvPr>
        </p:nvSpPr>
        <p:spPr>
          <a:xfrm>
            <a:off x="5930241" y="5438727"/>
            <a:ext cx="2810591" cy="758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21" name="Google Shape;421;p33"/>
          <p:cNvSpPr txBox="1"/>
          <p:nvPr>
            <p:ph idx="14" type="body"/>
          </p:nvPr>
        </p:nvSpPr>
        <p:spPr>
          <a:xfrm>
            <a:off x="5930241" y="5146055"/>
            <a:ext cx="2810591" cy="292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22" name="Google Shape;422;p33"/>
          <p:cNvSpPr txBox="1"/>
          <p:nvPr>
            <p:ph idx="15" type="body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3" name="Google Shape;423;p33"/>
          <p:cNvSpPr txBox="1"/>
          <p:nvPr>
            <p:ph idx="16" type="body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4" name="Google Shape;424;p33"/>
          <p:cNvSpPr txBox="1"/>
          <p:nvPr>
            <p:ph idx="17" type="body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Layout">
  <p:cSld name="Table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7" name="Google Shape;427;p34"/>
          <p:cNvSpPr txBox="1"/>
          <p:nvPr>
            <p:ph type="title"/>
          </p:nvPr>
        </p:nvSpPr>
        <p:spPr>
          <a:xfrm>
            <a:off x="803276" y="2260000"/>
            <a:ext cx="3911599" cy="11771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34"/>
          <p:cNvSpPr txBox="1"/>
          <p:nvPr>
            <p:ph idx="1" type="body"/>
          </p:nvPr>
        </p:nvSpPr>
        <p:spPr>
          <a:xfrm>
            <a:off x="826770" y="3890303"/>
            <a:ext cx="3275463" cy="88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29" name="Google Shape;429;p34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34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34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34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33" name="Google Shape;433;p34"/>
          <p:cNvGrpSpPr/>
          <p:nvPr/>
        </p:nvGrpSpPr>
        <p:grpSpPr>
          <a:xfrm>
            <a:off x="0" y="3598737"/>
            <a:ext cx="3764756" cy="100800"/>
            <a:chOff x="-1228304" y="3240138"/>
            <a:chExt cx="3764756" cy="100800"/>
          </a:xfrm>
        </p:grpSpPr>
        <p:cxnSp>
          <p:nvCxnSpPr>
            <p:cNvPr id="434" name="Google Shape;434;p34"/>
            <p:cNvCxnSpPr/>
            <p:nvPr/>
          </p:nvCxnSpPr>
          <p:spPr>
            <a:xfrm>
              <a:off x="-1228304" y="3290538"/>
              <a:ext cx="3672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5" name="Google Shape;435;p34"/>
            <p:cNvSpPr/>
            <p:nvPr/>
          </p:nvSpPr>
          <p:spPr>
            <a:xfrm>
              <a:off x="2435652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36" name="Google Shape;436;p34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37" name="Google Shape;437;p34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8" name="Google Shape;438;p34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39" name="Google Shape;439;p34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ontent Layout">
  <p:cSld name="Team Content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2" name="Google Shape;442;p35"/>
          <p:cNvSpPr txBox="1"/>
          <p:nvPr>
            <p:ph type="title"/>
          </p:nvPr>
        </p:nvSpPr>
        <p:spPr>
          <a:xfrm>
            <a:off x="803277" y="1608523"/>
            <a:ext cx="2828198" cy="12868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1" type="body"/>
          </p:nvPr>
        </p:nvSpPr>
        <p:spPr>
          <a:xfrm>
            <a:off x="826771" y="3244567"/>
            <a:ext cx="2828198" cy="2098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44" name="Google Shape;444;p35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35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35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p35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48" name="Google Shape;448;p35"/>
          <p:cNvGrpSpPr/>
          <p:nvPr/>
        </p:nvGrpSpPr>
        <p:grpSpPr>
          <a:xfrm>
            <a:off x="0" y="2993948"/>
            <a:ext cx="2258048" cy="100800"/>
            <a:chOff x="0" y="3240138"/>
            <a:chExt cx="2258048" cy="100800"/>
          </a:xfrm>
        </p:grpSpPr>
        <p:cxnSp>
          <p:nvCxnSpPr>
            <p:cNvPr id="449" name="Google Shape;449;p35"/>
            <p:cNvCxnSpPr/>
            <p:nvPr/>
          </p:nvCxnSpPr>
          <p:spPr>
            <a:xfrm>
              <a:off x="0" y="3290538"/>
              <a:ext cx="2160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50" name="Google Shape;450;p35"/>
            <p:cNvSpPr/>
            <p:nvPr/>
          </p:nvSpPr>
          <p:spPr>
            <a:xfrm>
              <a:off x="2157248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51" name="Google Shape;451;p35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52" name="Google Shape;452;p35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3" name="Google Shape;453;p35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54" name="Google Shape;454;p35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p35"/>
          <p:cNvSpPr txBox="1"/>
          <p:nvPr>
            <p:ph idx="3" type="body"/>
          </p:nvPr>
        </p:nvSpPr>
        <p:spPr>
          <a:xfrm>
            <a:off x="4128617" y="4355032"/>
            <a:ext cx="2066544" cy="128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56" name="Google Shape;456;p35"/>
          <p:cNvSpPr txBox="1"/>
          <p:nvPr>
            <p:ph idx="4" type="body"/>
          </p:nvPr>
        </p:nvSpPr>
        <p:spPr>
          <a:xfrm>
            <a:off x="4128616" y="4042831"/>
            <a:ext cx="2066544" cy="282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57" name="Google Shape;457;p35"/>
          <p:cNvSpPr txBox="1"/>
          <p:nvPr>
            <p:ph idx="5" type="body"/>
          </p:nvPr>
        </p:nvSpPr>
        <p:spPr>
          <a:xfrm>
            <a:off x="4128616" y="3428999"/>
            <a:ext cx="2066544" cy="6156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58" name="Google Shape;458;p35"/>
          <p:cNvSpPr/>
          <p:nvPr>
            <p:ph idx="6" type="pic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5"/>
          <p:cNvSpPr/>
          <p:nvPr>
            <p:ph idx="7" type="pic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5"/>
          <p:cNvSpPr/>
          <p:nvPr>
            <p:ph idx="8" type="pic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5"/>
          <p:cNvSpPr txBox="1"/>
          <p:nvPr>
            <p:ph idx="9" type="body"/>
          </p:nvPr>
        </p:nvSpPr>
        <p:spPr>
          <a:xfrm>
            <a:off x="9127048" y="4355032"/>
            <a:ext cx="2066400" cy="128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62" name="Google Shape;462;p35"/>
          <p:cNvSpPr txBox="1"/>
          <p:nvPr>
            <p:ph idx="13" type="body"/>
          </p:nvPr>
        </p:nvSpPr>
        <p:spPr>
          <a:xfrm>
            <a:off x="9127047" y="4042831"/>
            <a:ext cx="2066400" cy="282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63" name="Google Shape;463;p35"/>
          <p:cNvSpPr txBox="1"/>
          <p:nvPr>
            <p:ph idx="14" type="body"/>
          </p:nvPr>
        </p:nvSpPr>
        <p:spPr>
          <a:xfrm>
            <a:off x="9127047" y="3428999"/>
            <a:ext cx="2066400" cy="6156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64" name="Google Shape;464;p35"/>
          <p:cNvSpPr txBox="1"/>
          <p:nvPr>
            <p:ph idx="15" type="body"/>
          </p:nvPr>
        </p:nvSpPr>
        <p:spPr>
          <a:xfrm>
            <a:off x="6629217" y="4355032"/>
            <a:ext cx="2066400" cy="128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65" name="Google Shape;465;p35"/>
          <p:cNvSpPr txBox="1"/>
          <p:nvPr>
            <p:ph idx="16" type="body"/>
          </p:nvPr>
        </p:nvSpPr>
        <p:spPr>
          <a:xfrm>
            <a:off x="6629216" y="4042831"/>
            <a:ext cx="2066400" cy="2829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66" name="Google Shape;466;p35"/>
          <p:cNvSpPr txBox="1"/>
          <p:nvPr>
            <p:ph idx="17" type="body"/>
          </p:nvPr>
        </p:nvSpPr>
        <p:spPr>
          <a:xfrm>
            <a:off x="6627903" y="3428999"/>
            <a:ext cx="2066400" cy="6156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467" name="Google Shape;467;p35"/>
          <p:cNvCxnSpPr/>
          <p:nvPr/>
        </p:nvCxnSpPr>
        <p:spPr>
          <a:xfrm>
            <a:off x="6195160" y="2217849"/>
            <a:ext cx="43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35"/>
          <p:cNvCxnSpPr/>
          <p:nvPr/>
        </p:nvCxnSpPr>
        <p:spPr>
          <a:xfrm>
            <a:off x="8703909" y="2216687"/>
            <a:ext cx="43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ontent Layout Slide">
  <p:cSld name="Team Content Layout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1" name="Google Shape;471;p36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36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36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36"/>
          <p:cNvSpPr txBox="1"/>
          <p:nvPr>
            <p:ph type="title"/>
          </p:nvPr>
        </p:nvSpPr>
        <p:spPr>
          <a:xfrm>
            <a:off x="5104263" y="707529"/>
            <a:ext cx="6310887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36"/>
          <p:cNvSpPr txBox="1"/>
          <p:nvPr>
            <p:ph idx="1" type="body"/>
          </p:nvPr>
        </p:nvSpPr>
        <p:spPr>
          <a:xfrm>
            <a:off x="5104263" y="1625821"/>
            <a:ext cx="6289862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76" name="Google Shape;476;p36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77" name="Google Shape;477;p36"/>
          <p:cNvGrpSpPr/>
          <p:nvPr/>
        </p:nvGrpSpPr>
        <p:grpSpPr>
          <a:xfrm flipH="1">
            <a:off x="7395281" y="1375202"/>
            <a:ext cx="4796719" cy="100800"/>
            <a:chOff x="439494" y="3240138"/>
            <a:chExt cx="2994906" cy="100800"/>
          </a:xfrm>
        </p:grpSpPr>
        <p:cxnSp>
          <p:nvCxnSpPr>
            <p:cNvPr id="478" name="Google Shape;478;p36"/>
            <p:cNvCxnSpPr/>
            <p:nvPr/>
          </p:nvCxnSpPr>
          <p:spPr>
            <a:xfrm>
              <a:off x="439494" y="3290538"/>
              <a:ext cx="2944508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79" name="Google Shape;479;p36"/>
            <p:cNvSpPr/>
            <p:nvPr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80" name="Google Shape;480;p36"/>
          <p:cNvSpPr txBox="1"/>
          <p:nvPr>
            <p:ph idx="3" type="body"/>
          </p:nvPr>
        </p:nvSpPr>
        <p:spPr>
          <a:xfrm>
            <a:off x="1958968" y="3372939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481" name="Google Shape;481;p36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2" name="Google Shape;482;p36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83" name="Google Shape;483;p36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36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5" name="Google Shape;485;p36"/>
          <p:cNvSpPr txBox="1"/>
          <p:nvPr>
            <p:ph idx="4" type="body"/>
          </p:nvPr>
        </p:nvSpPr>
        <p:spPr>
          <a:xfrm>
            <a:off x="1958968" y="2960253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86" name="Google Shape;486;p36"/>
          <p:cNvSpPr/>
          <p:nvPr>
            <p:ph idx="5" type="pic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487" name="Google Shape;487;p36"/>
          <p:cNvCxnSpPr/>
          <p:nvPr/>
        </p:nvCxnSpPr>
        <p:spPr>
          <a:xfrm>
            <a:off x="0" y="3288596"/>
            <a:ext cx="72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8" name="Google Shape;488;p36"/>
          <p:cNvSpPr txBox="1"/>
          <p:nvPr>
            <p:ph idx="6" type="body"/>
          </p:nvPr>
        </p:nvSpPr>
        <p:spPr>
          <a:xfrm>
            <a:off x="1957127" y="4800796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89" name="Google Shape;489;p36"/>
          <p:cNvSpPr txBox="1"/>
          <p:nvPr>
            <p:ph idx="7" type="body"/>
          </p:nvPr>
        </p:nvSpPr>
        <p:spPr>
          <a:xfrm>
            <a:off x="1957127" y="4388110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0" name="Google Shape;490;p36"/>
          <p:cNvSpPr/>
          <p:nvPr>
            <p:ph idx="8" type="pic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491" name="Google Shape;491;p36"/>
          <p:cNvCxnSpPr/>
          <p:nvPr/>
        </p:nvCxnSpPr>
        <p:spPr>
          <a:xfrm rot="-5400000">
            <a:off x="1111670" y="4028309"/>
            <a:ext cx="3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2" name="Google Shape;492;p36"/>
          <p:cNvSpPr txBox="1"/>
          <p:nvPr>
            <p:ph idx="9" type="body"/>
          </p:nvPr>
        </p:nvSpPr>
        <p:spPr>
          <a:xfrm>
            <a:off x="5708709" y="3372939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3" name="Google Shape;493;p36"/>
          <p:cNvSpPr txBox="1"/>
          <p:nvPr>
            <p:ph idx="13" type="body"/>
          </p:nvPr>
        </p:nvSpPr>
        <p:spPr>
          <a:xfrm>
            <a:off x="5708709" y="2960253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4" name="Google Shape;494;p36"/>
          <p:cNvSpPr txBox="1"/>
          <p:nvPr>
            <p:ph idx="14" type="body"/>
          </p:nvPr>
        </p:nvSpPr>
        <p:spPr>
          <a:xfrm>
            <a:off x="5704578" y="4800796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5" name="Google Shape;495;p36"/>
          <p:cNvSpPr txBox="1"/>
          <p:nvPr>
            <p:ph idx="15" type="body"/>
          </p:nvPr>
        </p:nvSpPr>
        <p:spPr>
          <a:xfrm>
            <a:off x="5704578" y="4388110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6" name="Google Shape;496;p36"/>
          <p:cNvSpPr txBox="1"/>
          <p:nvPr>
            <p:ph idx="16" type="body"/>
          </p:nvPr>
        </p:nvSpPr>
        <p:spPr>
          <a:xfrm>
            <a:off x="9453870" y="3372939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7" name="Google Shape;497;p36"/>
          <p:cNvSpPr txBox="1"/>
          <p:nvPr>
            <p:ph idx="17" type="body"/>
          </p:nvPr>
        </p:nvSpPr>
        <p:spPr>
          <a:xfrm>
            <a:off x="9453870" y="2960253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8" name="Google Shape;498;p36"/>
          <p:cNvSpPr txBox="1"/>
          <p:nvPr>
            <p:ph idx="18" type="body"/>
          </p:nvPr>
        </p:nvSpPr>
        <p:spPr>
          <a:xfrm>
            <a:off x="9452029" y="4800796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499" name="Google Shape;499;p36"/>
          <p:cNvSpPr txBox="1"/>
          <p:nvPr>
            <p:ph idx="19" type="body"/>
          </p:nvPr>
        </p:nvSpPr>
        <p:spPr>
          <a:xfrm>
            <a:off x="9452029" y="4388110"/>
            <a:ext cx="2297722" cy="3283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500" name="Google Shape;500;p36"/>
          <p:cNvCxnSpPr/>
          <p:nvPr/>
        </p:nvCxnSpPr>
        <p:spPr>
          <a:xfrm rot="-5400000">
            <a:off x="3531847" y="5364000"/>
            <a:ext cx="29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36"/>
          <p:cNvCxnSpPr/>
          <p:nvPr/>
        </p:nvCxnSpPr>
        <p:spPr>
          <a:xfrm rot="-5400000">
            <a:off x="7274194" y="5363999"/>
            <a:ext cx="29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2" name="Google Shape;502;p36"/>
          <p:cNvSpPr/>
          <p:nvPr>
            <p:ph idx="20" type="pic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36"/>
          <p:cNvSpPr/>
          <p:nvPr>
            <p:ph idx="21" type="pic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36"/>
          <p:cNvSpPr/>
          <p:nvPr>
            <p:ph idx="22" type="pic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36"/>
          <p:cNvSpPr/>
          <p:nvPr>
            <p:ph idx="23" type="pic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 Layout">
  <p:cSld name="Pie Chart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8" name="Google Shape;508;p37"/>
          <p:cNvSpPr txBox="1"/>
          <p:nvPr>
            <p:ph type="title"/>
          </p:nvPr>
        </p:nvSpPr>
        <p:spPr>
          <a:xfrm>
            <a:off x="803276" y="1461974"/>
            <a:ext cx="4464049" cy="11771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37"/>
          <p:cNvSpPr txBox="1"/>
          <p:nvPr>
            <p:ph idx="1" type="body"/>
          </p:nvPr>
        </p:nvSpPr>
        <p:spPr>
          <a:xfrm>
            <a:off x="826770" y="3092276"/>
            <a:ext cx="4443165" cy="100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510" name="Google Shape;510;p37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37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37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3" name="Google Shape;513;p37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14" name="Google Shape;514;p37"/>
          <p:cNvGrpSpPr/>
          <p:nvPr/>
        </p:nvGrpSpPr>
        <p:grpSpPr>
          <a:xfrm>
            <a:off x="0" y="2811097"/>
            <a:ext cx="3149152" cy="100800"/>
            <a:chOff x="-1228304" y="3250524"/>
            <a:chExt cx="3149152" cy="100800"/>
          </a:xfrm>
        </p:grpSpPr>
        <p:cxnSp>
          <p:nvCxnSpPr>
            <p:cNvPr id="515" name="Google Shape;515;p37"/>
            <p:cNvCxnSpPr/>
            <p:nvPr/>
          </p:nvCxnSpPr>
          <p:spPr>
            <a:xfrm>
              <a:off x="-1228304" y="3290538"/>
              <a:ext cx="3096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6" name="Google Shape;516;p37"/>
            <p:cNvSpPr/>
            <p:nvPr/>
          </p:nvSpPr>
          <p:spPr>
            <a:xfrm>
              <a:off x="1820048" y="3250524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517" name="Google Shape;517;p37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18" name="Google Shape;518;p37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9" name="Google Shape;519;p37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20" name="Google Shape;520;p37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1" name="Google Shape;521;p37"/>
          <p:cNvSpPr txBox="1"/>
          <p:nvPr>
            <p:ph idx="3" type="body"/>
          </p:nvPr>
        </p:nvSpPr>
        <p:spPr>
          <a:xfrm>
            <a:off x="1262770" y="4138611"/>
            <a:ext cx="1283894" cy="3496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2" name="Google Shape;522;p37"/>
          <p:cNvSpPr txBox="1"/>
          <p:nvPr>
            <p:ph idx="4" type="body"/>
          </p:nvPr>
        </p:nvSpPr>
        <p:spPr>
          <a:xfrm>
            <a:off x="1262769" y="4499972"/>
            <a:ext cx="1285861" cy="24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3" name="Google Shape;523;p37"/>
          <p:cNvSpPr txBox="1"/>
          <p:nvPr>
            <p:ph idx="5" type="body"/>
          </p:nvPr>
        </p:nvSpPr>
        <p:spPr>
          <a:xfrm>
            <a:off x="3193135" y="4138611"/>
            <a:ext cx="1283894" cy="3496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4" name="Google Shape;524;p37"/>
          <p:cNvSpPr txBox="1"/>
          <p:nvPr>
            <p:ph idx="6" type="body"/>
          </p:nvPr>
        </p:nvSpPr>
        <p:spPr>
          <a:xfrm>
            <a:off x="3193134" y="4499972"/>
            <a:ext cx="1285861" cy="24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5" name="Google Shape;525;p37"/>
          <p:cNvSpPr txBox="1"/>
          <p:nvPr>
            <p:ph idx="7" type="body"/>
          </p:nvPr>
        </p:nvSpPr>
        <p:spPr>
          <a:xfrm>
            <a:off x="5123499" y="4142294"/>
            <a:ext cx="1283894" cy="3496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6" name="Google Shape;526;p37"/>
          <p:cNvSpPr txBox="1"/>
          <p:nvPr>
            <p:ph idx="8" type="body"/>
          </p:nvPr>
        </p:nvSpPr>
        <p:spPr>
          <a:xfrm>
            <a:off x="5123498" y="4503655"/>
            <a:ext cx="1285861" cy="24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7" name="Google Shape;527;p37"/>
          <p:cNvSpPr txBox="1"/>
          <p:nvPr>
            <p:ph idx="9" type="body"/>
          </p:nvPr>
        </p:nvSpPr>
        <p:spPr>
          <a:xfrm>
            <a:off x="1262770" y="4826750"/>
            <a:ext cx="1283894" cy="3496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8" name="Google Shape;528;p37"/>
          <p:cNvSpPr txBox="1"/>
          <p:nvPr>
            <p:ph idx="13" type="body"/>
          </p:nvPr>
        </p:nvSpPr>
        <p:spPr>
          <a:xfrm>
            <a:off x="1262769" y="5188111"/>
            <a:ext cx="1285861" cy="24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9" name="Google Shape;529;p37"/>
          <p:cNvSpPr txBox="1"/>
          <p:nvPr>
            <p:ph idx="14" type="body"/>
          </p:nvPr>
        </p:nvSpPr>
        <p:spPr>
          <a:xfrm>
            <a:off x="3193135" y="4826750"/>
            <a:ext cx="1283894" cy="3496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0" name="Google Shape;530;p37"/>
          <p:cNvSpPr txBox="1"/>
          <p:nvPr>
            <p:ph idx="15" type="body"/>
          </p:nvPr>
        </p:nvSpPr>
        <p:spPr>
          <a:xfrm>
            <a:off x="3193134" y="5188111"/>
            <a:ext cx="1285861" cy="24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1" name="Google Shape;531;p37"/>
          <p:cNvSpPr txBox="1"/>
          <p:nvPr>
            <p:ph idx="16" type="body"/>
          </p:nvPr>
        </p:nvSpPr>
        <p:spPr>
          <a:xfrm>
            <a:off x="5123499" y="4830433"/>
            <a:ext cx="1283894" cy="3496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2" name="Google Shape;532;p37"/>
          <p:cNvSpPr txBox="1"/>
          <p:nvPr>
            <p:ph idx="17" type="body"/>
          </p:nvPr>
        </p:nvSpPr>
        <p:spPr>
          <a:xfrm>
            <a:off x="5123498" y="5191794"/>
            <a:ext cx="1285861" cy="24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3" name="Google Shape;533;p37"/>
          <p:cNvSpPr/>
          <p:nvPr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4" name="Google Shape;534;p37"/>
          <p:cNvSpPr/>
          <p:nvPr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rgbClr val="7DFF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6" name="Google Shape;536;p37"/>
          <p:cNvSpPr/>
          <p:nvPr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7" name="Google Shape;537;p37"/>
          <p:cNvSpPr/>
          <p:nvPr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rgbClr val="C499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39" name="Google Shape;539;p37"/>
          <p:cNvSpPr/>
          <p:nvPr>
            <p:ph idx="18" type="chart"/>
          </p:nvPr>
        </p:nvSpPr>
        <p:spPr>
          <a:xfrm>
            <a:off x="6924675" y="860425"/>
            <a:ext cx="4483100" cy="457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40" name="Google Shape;540;p37"/>
          <p:cNvSpPr/>
          <p:nvPr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1" name="Google Shape;541;p37"/>
          <p:cNvSpPr/>
          <p:nvPr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42" name="Google Shape;542;p37"/>
          <p:cNvCxnSpPr/>
          <p:nvPr/>
        </p:nvCxnSpPr>
        <p:spPr>
          <a:xfrm rot="-5400000">
            <a:off x="8675514" y="450000"/>
            <a:ext cx="90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ntent Layout">
  <p:cSld name="Image and Content Layout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5" name="Google Shape;545;p38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38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38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38"/>
          <p:cNvSpPr txBox="1"/>
          <p:nvPr>
            <p:ph type="title"/>
          </p:nvPr>
        </p:nvSpPr>
        <p:spPr>
          <a:xfrm>
            <a:off x="6894591" y="1411243"/>
            <a:ext cx="4494133" cy="804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38"/>
          <p:cNvSpPr txBox="1"/>
          <p:nvPr>
            <p:ph idx="1" type="body"/>
          </p:nvPr>
        </p:nvSpPr>
        <p:spPr>
          <a:xfrm>
            <a:off x="6894591" y="2564787"/>
            <a:ext cx="4473108" cy="56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550" name="Google Shape;550;p38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1" name="Google Shape;551;p38"/>
          <p:cNvGrpSpPr/>
          <p:nvPr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552" name="Google Shape;552;p38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3" name="Google Shape;553;p38"/>
            <p:cNvSpPr/>
            <p:nvPr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554" name="Google Shape;554;p38"/>
          <p:cNvSpPr txBox="1"/>
          <p:nvPr>
            <p:ph idx="3" type="body"/>
          </p:nvPr>
        </p:nvSpPr>
        <p:spPr>
          <a:xfrm>
            <a:off x="6894591" y="3189568"/>
            <a:ext cx="4482996" cy="243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555" name="Google Shape;555;p38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p38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57" name="Google Shape;557;p38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38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9" name="Google Shape;559;p38"/>
          <p:cNvSpPr/>
          <p:nvPr>
            <p:ph idx="4" type="pic"/>
          </p:nvPr>
        </p:nvSpPr>
        <p:spPr>
          <a:xfrm>
            <a:off x="-3710" y="1792784"/>
            <a:ext cx="6073999" cy="37216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Content Layout">
  <p:cSld name="Appendix Content Layout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2" name="Google Shape;562;p39"/>
          <p:cNvSpPr/>
          <p:nvPr>
            <p:ph idx="2" type="pic"/>
          </p:nvPr>
        </p:nvSpPr>
        <p:spPr>
          <a:xfrm>
            <a:off x="6032" y="1912946"/>
            <a:ext cx="12185968" cy="3493008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39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39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39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6" name="Google Shape;566;p39"/>
          <p:cNvSpPr txBox="1"/>
          <p:nvPr>
            <p:ph type="title"/>
          </p:nvPr>
        </p:nvSpPr>
        <p:spPr>
          <a:xfrm>
            <a:off x="3848934" y="457496"/>
            <a:ext cx="4494133" cy="8043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39"/>
          <p:cNvSpPr/>
          <p:nvPr>
            <p:ph idx="3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68" name="Google Shape;568;p39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9" name="Google Shape;569;p39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70" name="Google Shape;570;p39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1" name="Google Shape;571;p39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72" name="Google Shape;572;p39"/>
          <p:cNvGrpSpPr/>
          <p:nvPr/>
        </p:nvGrpSpPr>
        <p:grpSpPr>
          <a:xfrm>
            <a:off x="4736152" y="1509426"/>
            <a:ext cx="2719696" cy="100800"/>
            <a:chOff x="4732222" y="1509426"/>
            <a:chExt cx="2719696" cy="100800"/>
          </a:xfrm>
        </p:grpSpPr>
        <p:grpSp>
          <p:nvGrpSpPr>
            <p:cNvPr id="573" name="Google Shape;573;p39"/>
            <p:cNvGrpSpPr/>
            <p:nvPr/>
          </p:nvGrpSpPr>
          <p:grpSpPr>
            <a:xfrm flipH="1">
              <a:off x="4732222" y="1509426"/>
              <a:ext cx="2669296" cy="100800"/>
              <a:chOff x="1693969" y="3240138"/>
              <a:chExt cx="1740431" cy="100800"/>
            </a:xfrm>
          </p:grpSpPr>
          <p:cxnSp>
            <p:nvCxnSpPr>
              <p:cNvPr id="574" name="Google Shape;574;p39"/>
              <p:cNvCxnSpPr/>
              <p:nvPr/>
            </p:nvCxnSpPr>
            <p:spPr>
              <a:xfrm>
                <a:off x="1693969" y="3290538"/>
                <a:ext cx="169003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75" name="Google Shape;575;p39"/>
              <p:cNvSpPr/>
              <p:nvPr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576" name="Google Shape;576;p39"/>
            <p:cNvSpPr/>
            <p:nvPr/>
          </p:nvSpPr>
          <p:spPr>
            <a:xfrm flipH="1">
              <a:off x="7351117" y="1509426"/>
              <a:ext cx="100801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s Content Layout">
  <p:cSld name="Testimonials Content Layout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9" name="Google Shape;579;p40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40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40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2" name="Google Shape;582;p40"/>
          <p:cNvSpPr txBox="1"/>
          <p:nvPr>
            <p:ph type="title"/>
          </p:nvPr>
        </p:nvSpPr>
        <p:spPr>
          <a:xfrm>
            <a:off x="5104263" y="707529"/>
            <a:ext cx="6310887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40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84" name="Google Shape;584;p40"/>
          <p:cNvGrpSpPr/>
          <p:nvPr/>
        </p:nvGrpSpPr>
        <p:grpSpPr>
          <a:xfrm flipH="1">
            <a:off x="7773282" y="1375202"/>
            <a:ext cx="4418718" cy="100800"/>
            <a:chOff x="675503" y="3240138"/>
            <a:chExt cx="2758897" cy="100800"/>
          </a:xfrm>
        </p:grpSpPr>
        <p:cxnSp>
          <p:nvCxnSpPr>
            <p:cNvPr id="585" name="Google Shape;585;p40"/>
            <p:cNvCxnSpPr/>
            <p:nvPr/>
          </p:nvCxnSpPr>
          <p:spPr>
            <a:xfrm>
              <a:off x="675503" y="3290538"/>
              <a:ext cx="2708499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6" name="Google Shape;586;p40"/>
            <p:cNvSpPr/>
            <p:nvPr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587" name="Google Shape;587;p40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8" name="Google Shape;588;p40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589" name="Google Shape;589;p40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0" name="Google Shape;590;p40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1" name="Google Shape;591;p40"/>
          <p:cNvSpPr txBox="1"/>
          <p:nvPr>
            <p:ph idx="1" type="body"/>
          </p:nvPr>
        </p:nvSpPr>
        <p:spPr>
          <a:xfrm>
            <a:off x="822459" y="4996962"/>
            <a:ext cx="1625324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592" name="Google Shape;592;p40"/>
          <p:cNvSpPr txBox="1"/>
          <p:nvPr>
            <p:ph idx="3" type="body"/>
          </p:nvPr>
        </p:nvSpPr>
        <p:spPr>
          <a:xfrm>
            <a:off x="822459" y="4191894"/>
            <a:ext cx="1625324" cy="7207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593" name="Google Shape;593;p40"/>
          <p:cNvSpPr/>
          <p:nvPr>
            <p:ph idx="4" type="pic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594" name="Google Shape;594;p40"/>
          <p:cNvCxnSpPr/>
          <p:nvPr/>
        </p:nvCxnSpPr>
        <p:spPr>
          <a:xfrm rot="10800000">
            <a:off x="3000995" y="3984820"/>
            <a:ext cx="0" cy="4425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5" name="Google Shape;595;p40"/>
          <p:cNvSpPr txBox="1"/>
          <p:nvPr>
            <p:ph idx="5" type="body"/>
          </p:nvPr>
        </p:nvSpPr>
        <p:spPr>
          <a:xfrm>
            <a:off x="803253" y="1769589"/>
            <a:ext cx="3044973" cy="221284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216000" spcFirstLastPara="1" rIns="216000" wrap="square" tIns="180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6" name="Google Shape;596;p40"/>
          <p:cNvSpPr/>
          <p:nvPr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7" name="Google Shape;597;p40"/>
          <p:cNvSpPr txBox="1"/>
          <p:nvPr>
            <p:ph idx="6" type="body"/>
          </p:nvPr>
        </p:nvSpPr>
        <p:spPr>
          <a:xfrm>
            <a:off x="4586638" y="4996962"/>
            <a:ext cx="1625324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598" name="Google Shape;598;p40"/>
          <p:cNvSpPr txBox="1"/>
          <p:nvPr>
            <p:ph idx="7" type="body"/>
          </p:nvPr>
        </p:nvSpPr>
        <p:spPr>
          <a:xfrm>
            <a:off x="4586638" y="4191894"/>
            <a:ext cx="1625324" cy="7207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599" name="Google Shape;599;p40"/>
          <p:cNvSpPr/>
          <p:nvPr>
            <p:ph idx="8" type="pic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600" name="Google Shape;600;p40"/>
          <p:cNvCxnSpPr/>
          <p:nvPr/>
        </p:nvCxnSpPr>
        <p:spPr>
          <a:xfrm rot="10800000">
            <a:off x="6765174" y="3984820"/>
            <a:ext cx="0" cy="4425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1" name="Google Shape;601;p40"/>
          <p:cNvSpPr txBox="1"/>
          <p:nvPr>
            <p:ph idx="9" type="body"/>
          </p:nvPr>
        </p:nvSpPr>
        <p:spPr>
          <a:xfrm>
            <a:off x="4567432" y="1769589"/>
            <a:ext cx="3044973" cy="221284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216000" spcFirstLastPara="1" rIns="216000" wrap="square" tIns="180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2" name="Google Shape;602;p40"/>
          <p:cNvSpPr/>
          <p:nvPr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3" name="Google Shape;603;p40"/>
          <p:cNvSpPr txBox="1"/>
          <p:nvPr>
            <p:ph idx="13" type="body"/>
          </p:nvPr>
        </p:nvSpPr>
        <p:spPr>
          <a:xfrm>
            <a:off x="8350818" y="4992196"/>
            <a:ext cx="1625324" cy="3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604" name="Google Shape;604;p40"/>
          <p:cNvSpPr txBox="1"/>
          <p:nvPr>
            <p:ph idx="14" type="body"/>
          </p:nvPr>
        </p:nvSpPr>
        <p:spPr>
          <a:xfrm>
            <a:off x="8350818" y="4187128"/>
            <a:ext cx="1625324" cy="7207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605" name="Google Shape;605;p40"/>
          <p:cNvSpPr/>
          <p:nvPr>
            <p:ph idx="15" type="pic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606" name="Google Shape;606;p40"/>
          <p:cNvCxnSpPr/>
          <p:nvPr/>
        </p:nvCxnSpPr>
        <p:spPr>
          <a:xfrm rot="10800000">
            <a:off x="10529354" y="3980054"/>
            <a:ext cx="0" cy="4425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7" name="Google Shape;607;p40"/>
          <p:cNvSpPr txBox="1"/>
          <p:nvPr>
            <p:ph idx="16" type="body"/>
          </p:nvPr>
        </p:nvSpPr>
        <p:spPr>
          <a:xfrm>
            <a:off x="8331612" y="1769589"/>
            <a:ext cx="3044973" cy="221284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216000" spcFirstLastPara="1" rIns="216000" wrap="square" tIns="180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8" name="Google Shape;608;p40"/>
          <p:cNvSpPr/>
          <p:nvPr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Content Layout">
  <p:cSld name="Case Study Content Layout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1" name="Google Shape;611;p41"/>
          <p:cNvSpPr txBox="1"/>
          <p:nvPr>
            <p:ph type="title"/>
          </p:nvPr>
        </p:nvSpPr>
        <p:spPr>
          <a:xfrm>
            <a:off x="803276" y="1980591"/>
            <a:ext cx="4187903" cy="11771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41"/>
          <p:cNvSpPr txBox="1"/>
          <p:nvPr>
            <p:ph idx="1" type="body"/>
          </p:nvPr>
        </p:nvSpPr>
        <p:spPr>
          <a:xfrm>
            <a:off x="826770" y="3610893"/>
            <a:ext cx="4168311" cy="1897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613" name="Google Shape;613;p41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41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5" name="Google Shape;615;p41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6" name="Google Shape;616;p41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7" name="Google Shape;617;p41"/>
          <p:cNvGrpSpPr/>
          <p:nvPr/>
        </p:nvGrpSpPr>
        <p:grpSpPr>
          <a:xfrm>
            <a:off x="0" y="3319328"/>
            <a:ext cx="3866400" cy="100800"/>
            <a:chOff x="-1228304" y="3240138"/>
            <a:chExt cx="3866400" cy="100800"/>
          </a:xfrm>
        </p:grpSpPr>
        <p:cxnSp>
          <p:nvCxnSpPr>
            <p:cNvPr id="618" name="Google Shape;618;p41"/>
            <p:cNvCxnSpPr/>
            <p:nvPr/>
          </p:nvCxnSpPr>
          <p:spPr>
            <a:xfrm>
              <a:off x="-1228304" y="3290538"/>
              <a:ext cx="3816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9" name="Google Shape;619;p41"/>
            <p:cNvSpPr/>
            <p:nvPr/>
          </p:nvSpPr>
          <p:spPr>
            <a:xfrm>
              <a:off x="2537296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620" name="Google Shape;620;p41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21" name="Google Shape;621;p41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2" name="Google Shape;622;p41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23" name="Google Shape;623;p41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4" name="Google Shape;624;p41"/>
          <p:cNvSpPr txBox="1"/>
          <p:nvPr>
            <p:ph idx="3" type="body"/>
          </p:nvPr>
        </p:nvSpPr>
        <p:spPr>
          <a:xfrm>
            <a:off x="5267325" y="1126345"/>
            <a:ext cx="6086475" cy="266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625" name="Google Shape;625;p41"/>
          <p:cNvSpPr txBox="1"/>
          <p:nvPr>
            <p:ph idx="4" type="body"/>
          </p:nvPr>
        </p:nvSpPr>
        <p:spPr>
          <a:xfrm>
            <a:off x="5269967" y="3909256"/>
            <a:ext cx="6086475" cy="182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bile Phone and Content Layout">
  <p:cSld name="Mobile Phone and Content Layout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8" name="Google Shape;628;p42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42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42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1" name="Google Shape;631;p42"/>
          <p:cNvSpPr txBox="1"/>
          <p:nvPr>
            <p:ph type="title"/>
          </p:nvPr>
        </p:nvSpPr>
        <p:spPr>
          <a:xfrm>
            <a:off x="6096000" y="1294387"/>
            <a:ext cx="5314072" cy="5690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42"/>
          <p:cNvSpPr txBox="1"/>
          <p:nvPr>
            <p:ph idx="1" type="body"/>
          </p:nvPr>
        </p:nvSpPr>
        <p:spPr>
          <a:xfrm>
            <a:off x="6096000" y="2212679"/>
            <a:ext cx="5292725" cy="97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633" name="Google Shape;633;p42"/>
          <p:cNvSpPr/>
          <p:nvPr>
            <p:ph idx="2" type="pic"/>
          </p:nvPr>
        </p:nvSpPr>
        <p:spPr>
          <a:xfrm>
            <a:off x="831850" y="859665"/>
            <a:ext cx="1078992" cy="54864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34" name="Google Shape;634;p42"/>
          <p:cNvGrpSpPr/>
          <p:nvPr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635" name="Google Shape;635;p42"/>
            <p:cNvCxnSpPr/>
            <p:nvPr/>
          </p:nvCxnSpPr>
          <p:spPr>
            <a:xfrm>
              <a:off x="646015" y="3290538"/>
              <a:ext cx="3107749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36" name="Google Shape;636;p42"/>
            <p:cNvSpPr/>
            <p:nvPr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637" name="Google Shape;637;p42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8" name="Google Shape;638;p42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639" name="Google Shape;639;p42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0" name="Google Shape;640;p42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1" name="Google Shape;641;p42"/>
          <p:cNvSpPr txBox="1"/>
          <p:nvPr>
            <p:ph idx="3" type="body"/>
          </p:nvPr>
        </p:nvSpPr>
        <p:spPr>
          <a:xfrm>
            <a:off x="6098826" y="3335524"/>
            <a:ext cx="5311245" cy="224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642" name="Google Shape;642;p42"/>
          <p:cNvSpPr/>
          <p:nvPr/>
        </p:nvSpPr>
        <p:spPr>
          <a:xfrm>
            <a:off x="963549" y="1819285"/>
            <a:ext cx="4306824" cy="364845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-194" l="0" r="0" t="-194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3" name="Google Shape;643;p42"/>
          <p:cNvSpPr/>
          <p:nvPr>
            <p:ph idx="4" type="pic"/>
          </p:nvPr>
        </p:nvSpPr>
        <p:spPr>
          <a:xfrm>
            <a:off x="3315505" y="1976894"/>
            <a:ext cx="1819656" cy="310896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42"/>
          <p:cNvSpPr/>
          <p:nvPr>
            <p:ph idx="5" type="pic"/>
          </p:nvPr>
        </p:nvSpPr>
        <p:spPr>
          <a:xfrm>
            <a:off x="1102188" y="3517926"/>
            <a:ext cx="2057400" cy="1819656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nual">
  <p:cSld name="Manual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7" name="Google Shape;647;p43"/>
          <p:cNvSpPr txBox="1"/>
          <p:nvPr>
            <p:ph idx="1" type="body"/>
          </p:nvPr>
        </p:nvSpPr>
        <p:spPr>
          <a:xfrm>
            <a:off x="883319" y="3054194"/>
            <a:ext cx="1645920" cy="618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8" name="Google Shape;648;p43"/>
          <p:cNvSpPr txBox="1"/>
          <p:nvPr>
            <p:ph idx="2" type="body"/>
          </p:nvPr>
        </p:nvSpPr>
        <p:spPr>
          <a:xfrm>
            <a:off x="1384584" y="2023761"/>
            <a:ext cx="2469965" cy="982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9" name="Google Shape;649;p43"/>
          <p:cNvSpPr txBox="1"/>
          <p:nvPr>
            <p:ph idx="3" type="body"/>
          </p:nvPr>
        </p:nvSpPr>
        <p:spPr>
          <a:xfrm>
            <a:off x="2596444" y="3054194"/>
            <a:ext cx="1389888" cy="618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0" name="Google Shape;650;p43"/>
          <p:cNvSpPr/>
          <p:nvPr>
            <p:ph idx="4" type="pic"/>
          </p:nvPr>
        </p:nvSpPr>
        <p:spPr>
          <a:xfrm>
            <a:off x="875852" y="3731781"/>
            <a:ext cx="1636776" cy="1618488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43"/>
          <p:cNvSpPr/>
          <p:nvPr>
            <p:ph idx="5" type="pic"/>
          </p:nvPr>
        </p:nvSpPr>
        <p:spPr>
          <a:xfrm>
            <a:off x="2499831" y="3731781"/>
            <a:ext cx="1636776" cy="1618488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43"/>
          <p:cNvSpPr txBox="1"/>
          <p:nvPr>
            <p:ph idx="6" type="body"/>
          </p:nvPr>
        </p:nvSpPr>
        <p:spPr>
          <a:xfrm>
            <a:off x="4940427" y="3054194"/>
            <a:ext cx="2113508" cy="618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3" name="Google Shape;653;p43"/>
          <p:cNvSpPr txBox="1"/>
          <p:nvPr>
            <p:ph idx="7" type="body"/>
          </p:nvPr>
        </p:nvSpPr>
        <p:spPr>
          <a:xfrm>
            <a:off x="5494328" y="2023761"/>
            <a:ext cx="1943702" cy="982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4" name="Google Shape;654;p43"/>
          <p:cNvSpPr/>
          <p:nvPr>
            <p:ph idx="8" type="pic"/>
          </p:nvPr>
        </p:nvSpPr>
        <p:spPr>
          <a:xfrm>
            <a:off x="4946407" y="3731781"/>
            <a:ext cx="2048256" cy="896112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43"/>
          <p:cNvSpPr txBox="1"/>
          <p:nvPr>
            <p:ph idx="9" type="body"/>
          </p:nvPr>
        </p:nvSpPr>
        <p:spPr>
          <a:xfrm>
            <a:off x="7900319" y="3054194"/>
            <a:ext cx="2197045" cy="618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6" name="Google Shape;656;p43"/>
          <p:cNvSpPr txBox="1"/>
          <p:nvPr>
            <p:ph idx="13" type="body"/>
          </p:nvPr>
        </p:nvSpPr>
        <p:spPr>
          <a:xfrm>
            <a:off x="8454220" y="2023761"/>
            <a:ext cx="1943702" cy="982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7" name="Google Shape;657;p43"/>
          <p:cNvSpPr txBox="1"/>
          <p:nvPr>
            <p:ph idx="14" type="body"/>
          </p:nvPr>
        </p:nvSpPr>
        <p:spPr>
          <a:xfrm>
            <a:off x="7900319" y="4671712"/>
            <a:ext cx="2223939" cy="519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8" name="Google Shape;658;p43"/>
          <p:cNvSpPr txBox="1"/>
          <p:nvPr>
            <p:ph idx="15" type="body"/>
          </p:nvPr>
        </p:nvSpPr>
        <p:spPr>
          <a:xfrm>
            <a:off x="4940427" y="4830765"/>
            <a:ext cx="2048256" cy="519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9" name="Google Shape;659;p43"/>
          <p:cNvSpPr txBox="1"/>
          <p:nvPr>
            <p:ph idx="16" type="body"/>
          </p:nvPr>
        </p:nvSpPr>
        <p:spPr>
          <a:xfrm>
            <a:off x="823358" y="2023413"/>
            <a:ext cx="55840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0" name="Google Shape;660;p43"/>
          <p:cNvSpPr txBox="1"/>
          <p:nvPr>
            <p:ph idx="17" type="body"/>
          </p:nvPr>
        </p:nvSpPr>
        <p:spPr>
          <a:xfrm>
            <a:off x="4912823" y="1999493"/>
            <a:ext cx="55840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1" name="Google Shape;661;p43"/>
          <p:cNvSpPr txBox="1"/>
          <p:nvPr>
            <p:ph idx="18" type="body"/>
          </p:nvPr>
        </p:nvSpPr>
        <p:spPr>
          <a:xfrm>
            <a:off x="7873424" y="2002966"/>
            <a:ext cx="558402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2" name="Google Shape;662;p43"/>
          <p:cNvSpPr txBox="1"/>
          <p:nvPr>
            <p:ph idx="19" type="body"/>
          </p:nvPr>
        </p:nvSpPr>
        <p:spPr>
          <a:xfrm>
            <a:off x="2359124" y="5706529"/>
            <a:ext cx="8993089" cy="365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i="0" sz="14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3" name="Google Shape;663;p43"/>
          <p:cNvSpPr txBox="1"/>
          <p:nvPr>
            <p:ph type="title"/>
          </p:nvPr>
        </p:nvSpPr>
        <p:spPr>
          <a:xfrm>
            <a:off x="839789" y="780001"/>
            <a:ext cx="10512424" cy="606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43"/>
          <p:cNvSpPr/>
          <p:nvPr>
            <p:ph idx="20" type="pic"/>
          </p:nvPr>
        </p:nvSpPr>
        <p:spPr>
          <a:xfrm>
            <a:off x="7900319" y="3779907"/>
            <a:ext cx="1481328" cy="758952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5" name="Google Shape;665;p43"/>
          <p:cNvGrpSpPr/>
          <p:nvPr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666" name="Google Shape;666;p43"/>
            <p:cNvCxnSpPr/>
            <p:nvPr/>
          </p:nvCxnSpPr>
          <p:spPr>
            <a:xfrm>
              <a:off x="-322289" y="3290538"/>
              <a:ext cx="5070122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67" name="Google Shape;667;p43"/>
            <p:cNvSpPr/>
            <p:nvPr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4"/>
          <p:cNvSpPr/>
          <p:nvPr/>
        </p:nvSpPr>
        <p:spPr>
          <a:xfrm>
            <a:off x="6083808" y="0"/>
            <a:ext cx="6108192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0" name="Google Shape;670;p44"/>
          <p:cNvSpPr txBox="1"/>
          <p:nvPr>
            <p:ph type="title"/>
          </p:nvPr>
        </p:nvSpPr>
        <p:spPr>
          <a:xfrm>
            <a:off x="6769768" y="2133599"/>
            <a:ext cx="4618957" cy="249246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44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44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3" name="Google Shape;673;p44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74" name="Google Shape;674;p44"/>
          <p:cNvGrpSpPr/>
          <p:nvPr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675" name="Google Shape;675;p44"/>
            <p:cNvSpPr/>
            <p:nvPr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76" name="Google Shape;676;p44"/>
            <p:cNvCxnSpPr/>
            <p:nvPr/>
          </p:nvCxnSpPr>
          <p:spPr>
            <a:xfrm>
              <a:off x="3681984" y="2307679"/>
              <a:ext cx="4201365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7" name="Google Shape;677;p44"/>
            <p:cNvSpPr/>
            <p:nvPr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678" name="Google Shape;678;p44"/>
          <p:cNvGrpSpPr/>
          <p:nvPr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679" name="Google Shape;679;p44"/>
            <p:cNvSpPr/>
            <p:nvPr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80" name="Google Shape;680;p44"/>
            <p:cNvCxnSpPr/>
            <p:nvPr/>
          </p:nvCxnSpPr>
          <p:spPr>
            <a:xfrm>
              <a:off x="3681984" y="2307679"/>
              <a:ext cx="4201364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1" name="Google Shape;681;p44"/>
            <p:cNvSpPr/>
            <p:nvPr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682" name="Google Shape;682;p44"/>
          <p:cNvSpPr txBox="1"/>
          <p:nvPr>
            <p:ph idx="1" type="subTitle"/>
          </p:nvPr>
        </p:nvSpPr>
        <p:spPr>
          <a:xfrm>
            <a:off x="6769767" y="4889444"/>
            <a:ext cx="4618957" cy="590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5" name="Google Shape;685;p45"/>
          <p:cNvSpPr txBox="1"/>
          <p:nvPr>
            <p:ph type="title"/>
          </p:nvPr>
        </p:nvSpPr>
        <p:spPr>
          <a:xfrm>
            <a:off x="838200" y="365126"/>
            <a:ext cx="10515600" cy="652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45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45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8" name="Google Shape;688;p45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9" name="Google Shape;689;p45"/>
          <p:cNvSpPr txBox="1"/>
          <p:nvPr>
            <p:ph idx="1" type="body"/>
          </p:nvPr>
        </p:nvSpPr>
        <p:spPr>
          <a:xfrm>
            <a:off x="838200" y="1159497"/>
            <a:ext cx="5181600" cy="4543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0" name="Google Shape;690;p45"/>
          <p:cNvSpPr txBox="1"/>
          <p:nvPr>
            <p:ph idx="2" type="body"/>
          </p:nvPr>
        </p:nvSpPr>
        <p:spPr>
          <a:xfrm>
            <a:off x="6172200" y="1159497"/>
            <a:ext cx="5181600" cy="4543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3" name="Google Shape;693;p46"/>
          <p:cNvSpPr txBox="1"/>
          <p:nvPr>
            <p:ph type="title"/>
          </p:nvPr>
        </p:nvSpPr>
        <p:spPr>
          <a:xfrm>
            <a:off x="838200" y="365126"/>
            <a:ext cx="10515600" cy="652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4" name="Google Shape;694;p46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p46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6" name="Google Shape;696;p46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7" name="Google Shape;697;p46"/>
          <p:cNvSpPr txBox="1"/>
          <p:nvPr>
            <p:ph idx="1" type="body"/>
          </p:nvPr>
        </p:nvSpPr>
        <p:spPr>
          <a:xfrm>
            <a:off x="839788" y="1256955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8" name="Google Shape;698;p46"/>
          <p:cNvSpPr txBox="1"/>
          <p:nvPr>
            <p:ph idx="2" type="body"/>
          </p:nvPr>
        </p:nvSpPr>
        <p:spPr>
          <a:xfrm>
            <a:off x="839788" y="2203414"/>
            <a:ext cx="5157787" cy="3397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9" name="Google Shape;699;p46"/>
          <p:cNvSpPr txBox="1"/>
          <p:nvPr>
            <p:ph idx="3" type="body"/>
          </p:nvPr>
        </p:nvSpPr>
        <p:spPr>
          <a:xfrm>
            <a:off x="6172200" y="1256955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0" name="Google Shape;700;p46"/>
          <p:cNvSpPr txBox="1"/>
          <p:nvPr>
            <p:ph idx="4" type="body"/>
          </p:nvPr>
        </p:nvSpPr>
        <p:spPr>
          <a:xfrm>
            <a:off x="6172200" y="2203414"/>
            <a:ext cx="5183188" cy="3397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3" name="Google Shape;703;p47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47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47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6" name="Google Shape;706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4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8" name="Google Shape;708;p47"/>
          <p:cNvSpPr txBox="1"/>
          <p:nvPr>
            <p:ph idx="2" type="body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 sz="2400">
                <a:solidFill>
                  <a:schemeClr val="lt2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1" name="Google Shape;711;p48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2" name="Google Shape;712;p48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48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4" name="Google Shape;714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6" name="Google Shape;716;p48"/>
          <p:cNvSpPr/>
          <p:nvPr>
            <p:ph idx="2" type="pic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19" name="Google Shape;719;p49"/>
          <p:cNvSpPr txBox="1"/>
          <p:nvPr>
            <p:ph type="title"/>
          </p:nvPr>
        </p:nvSpPr>
        <p:spPr>
          <a:xfrm>
            <a:off x="838200" y="365126"/>
            <a:ext cx="10515600" cy="652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0" name="Google Shape;720;p49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1" name="Google Shape;721;p49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2" name="Google Shape;722;p49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3" name="Google Shape;723;p49"/>
          <p:cNvSpPr txBox="1"/>
          <p:nvPr>
            <p:ph idx="1" type="body"/>
          </p:nvPr>
        </p:nvSpPr>
        <p:spPr>
          <a:xfrm>
            <a:off x="1470819" y="2355057"/>
            <a:ext cx="9250363" cy="21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6" name="Google Shape;726;p50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7" name="Google Shape;727;p50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8" name="Google Shape;728;p50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Logo">
  <p:cSld name="Title Slide with Logo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1393e525ae_1_2941"/>
          <p:cNvSpPr/>
          <p:nvPr/>
        </p:nvSpPr>
        <p:spPr>
          <a:xfrm>
            <a:off x="0" y="0"/>
            <a:ext cx="12192000" cy="4416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-839" r="-839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1" name="Google Shape;741;g31393e525ae_1_2941"/>
          <p:cNvSpPr txBox="1"/>
          <p:nvPr>
            <p:ph type="ctrTitle"/>
          </p:nvPr>
        </p:nvSpPr>
        <p:spPr>
          <a:xfrm>
            <a:off x="1524000" y="2462986"/>
            <a:ext cx="91440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g31393e525ae_1_294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3" name="Google Shape;743;g31393e525ae_1_294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4" name="Google Shape;744;g31393e525ae_1_294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5" name="Google Shape;745;g31393e525ae_1_2941"/>
          <p:cNvSpPr/>
          <p:nvPr/>
        </p:nvSpPr>
        <p:spPr>
          <a:xfrm>
            <a:off x="0" y="4416552"/>
            <a:ext cx="12192000" cy="24414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6" name="Google Shape;746;g31393e525ae_1_2941"/>
          <p:cNvSpPr txBox="1"/>
          <p:nvPr>
            <p:ph idx="1" type="subTitle"/>
          </p:nvPr>
        </p:nvSpPr>
        <p:spPr>
          <a:xfrm>
            <a:off x="1524000" y="4734696"/>
            <a:ext cx="9144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47" name="Google Shape;747;g31393e525ae_1_2941"/>
          <p:cNvSpPr/>
          <p:nvPr>
            <p:ph idx="2" type="pic"/>
          </p:nvPr>
        </p:nvSpPr>
        <p:spPr>
          <a:xfrm>
            <a:off x="5355336" y="1172982"/>
            <a:ext cx="1481400" cy="759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48" name="Google Shape;748;g31393e525ae_1_2941"/>
          <p:cNvGrpSpPr/>
          <p:nvPr/>
        </p:nvGrpSpPr>
        <p:grpSpPr>
          <a:xfrm>
            <a:off x="3619265" y="2253996"/>
            <a:ext cx="4953387" cy="100500"/>
            <a:chOff x="3631692" y="2253996"/>
            <a:chExt cx="4953387" cy="100500"/>
          </a:xfrm>
        </p:grpSpPr>
        <p:sp>
          <p:nvSpPr>
            <p:cNvPr id="749" name="Google Shape;749;g31393e525ae_1_2941"/>
            <p:cNvSpPr/>
            <p:nvPr/>
          </p:nvSpPr>
          <p:spPr>
            <a:xfrm>
              <a:off x="3631692" y="2253996"/>
              <a:ext cx="100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750" name="Google Shape;750;g31393e525ae_1_2941"/>
            <p:cNvCxnSpPr/>
            <p:nvPr/>
          </p:nvCxnSpPr>
          <p:spPr>
            <a:xfrm>
              <a:off x="3681984" y="2307679"/>
              <a:ext cx="48279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1" name="Google Shape;751;g31393e525ae_1_2941"/>
            <p:cNvSpPr/>
            <p:nvPr/>
          </p:nvSpPr>
          <p:spPr>
            <a:xfrm>
              <a:off x="8484579" y="2253996"/>
              <a:ext cx="100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752" name="Google Shape;752;g31393e525ae_1_2941"/>
          <p:cNvGrpSpPr/>
          <p:nvPr/>
        </p:nvGrpSpPr>
        <p:grpSpPr>
          <a:xfrm>
            <a:off x="4652584" y="5305363"/>
            <a:ext cx="2886798" cy="100500"/>
            <a:chOff x="3631690" y="2253996"/>
            <a:chExt cx="5028388" cy="100500"/>
          </a:xfrm>
        </p:grpSpPr>
        <p:sp>
          <p:nvSpPr>
            <p:cNvPr id="753" name="Google Shape;753;g31393e525ae_1_2941"/>
            <p:cNvSpPr/>
            <p:nvPr/>
          </p:nvSpPr>
          <p:spPr>
            <a:xfrm>
              <a:off x="3631690" y="2253996"/>
              <a:ext cx="1752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754" name="Google Shape;754;g31393e525ae_1_2941"/>
            <p:cNvCxnSpPr/>
            <p:nvPr/>
          </p:nvCxnSpPr>
          <p:spPr>
            <a:xfrm>
              <a:off x="3681984" y="2307679"/>
              <a:ext cx="48279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55" name="Google Shape;755;g31393e525ae_1_2941"/>
            <p:cNvSpPr/>
            <p:nvPr/>
          </p:nvSpPr>
          <p:spPr>
            <a:xfrm>
              <a:off x="8484578" y="2253996"/>
              <a:ext cx="175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ith Image">
  <p:cSld name="Section Header with Image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1393e525ae_1_2958"/>
          <p:cNvSpPr/>
          <p:nvPr>
            <p:ph idx="2" type="pic"/>
          </p:nvPr>
        </p:nvSpPr>
        <p:spPr>
          <a:xfrm>
            <a:off x="0" y="0"/>
            <a:ext cx="6083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58" name="Google Shape;758;g31393e525ae_1_2958"/>
          <p:cNvSpPr/>
          <p:nvPr/>
        </p:nvSpPr>
        <p:spPr>
          <a:xfrm>
            <a:off x="6083808" y="0"/>
            <a:ext cx="61083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9" name="Google Shape;759;g31393e525ae_1_2958"/>
          <p:cNvSpPr txBox="1"/>
          <p:nvPr>
            <p:ph type="title"/>
          </p:nvPr>
        </p:nvSpPr>
        <p:spPr>
          <a:xfrm>
            <a:off x="6769768" y="2133599"/>
            <a:ext cx="46191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g31393e525ae_1_2958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1" name="Google Shape;761;g31393e525ae_1_2958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g31393e525ae_1_2958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63" name="Google Shape;763;g31393e525ae_1_2958"/>
          <p:cNvGrpSpPr/>
          <p:nvPr/>
        </p:nvGrpSpPr>
        <p:grpSpPr>
          <a:xfrm>
            <a:off x="6769771" y="1947412"/>
            <a:ext cx="2520106" cy="102356"/>
            <a:chOff x="3631690" y="2252140"/>
            <a:chExt cx="4389664" cy="102356"/>
          </a:xfrm>
        </p:grpSpPr>
        <p:sp>
          <p:nvSpPr>
            <p:cNvPr id="764" name="Google Shape;764;g31393e525ae_1_2958"/>
            <p:cNvSpPr/>
            <p:nvPr/>
          </p:nvSpPr>
          <p:spPr>
            <a:xfrm>
              <a:off x="3631690" y="2253996"/>
              <a:ext cx="1752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765" name="Google Shape;765;g31393e525ae_1_2958"/>
            <p:cNvCxnSpPr/>
            <p:nvPr/>
          </p:nvCxnSpPr>
          <p:spPr>
            <a:xfrm>
              <a:off x="3681984" y="2307679"/>
              <a:ext cx="42015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6" name="Google Shape;766;g31393e525ae_1_2958"/>
            <p:cNvSpPr/>
            <p:nvPr/>
          </p:nvSpPr>
          <p:spPr>
            <a:xfrm>
              <a:off x="7845854" y="2252140"/>
              <a:ext cx="175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767" name="Google Shape;767;g31393e525ae_1_2958"/>
          <p:cNvGrpSpPr/>
          <p:nvPr/>
        </p:nvGrpSpPr>
        <p:grpSpPr>
          <a:xfrm>
            <a:off x="6769770" y="4654084"/>
            <a:ext cx="2520106" cy="100500"/>
            <a:chOff x="3631690" y="2253996"/>
            <a:chExt cx="4389663" cy="100500"/>
          </a:xfrm>
        </p:grpSpPr>
        <p:sp>
          <p:nvSpPr>
            <p:cNvPr id="768" name="Google Shape;768;g31393e525ae_1_2958"/>
            <p:cNvSpPr/>
            <p:nvPr/>
          </p:nvSpPr>
          <p:spPr>
            <a:xfrm>
              <a:off x="3631690" y="2253996"/>
              <a:ext cx="1752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769" name="Google Shape;769;g31393e525ae_1_2958"/>
            <p:cNvCxnSpPr/>
            <p:nvPr/>
          </p:nvCxnSpPr>
          <p:spPr>
            <a:xfrm>
              <a:off x="3681984" y="2307679"/>
              <a:ext cx="42015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70" name="Google Shape;770;g31393e525ae_1_2958"/>
            <p:cNvSpPr/>
            <p:nvPr/>
          </p:nvSpPr>
          <p:spPr>
            <a:xfrm>
              <a:off x="7845853" y="2253996"/>
              <a:ext cx="175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771" name="Google Shape;771;g31393e525ae_1_2958"/>
          <p:cNvSpPr txBox="1"/>
          <p:nvPr>
            <p:ph idx="1" type="subTitle"/>
          </p:nvPr>
        </p:nvSpPr>
        <p:spPr>
          <a:xfrm>
            <a:off x="6769767" y="4889444"/>
            <a:ext cx="46191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72" name="Google Shape;772;g31393e525ae_1_2958"/>
          <p:cNvSpPr/>
          <p:nvPr>
            <p:ph idx="3" type="pic"/>
          </p:nvPr>
        </p:nvSpPr>
        <p:spPr>
          <a:xfrm>
            <a:off x="3706368" y="3079602"/>
            <a:ext cx="1481400" cy="75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">
  <p:cSld name="Title and Content with image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1393e525ae_1_29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5" name="Google Shape;775;g31393e525ae_1_2975"/>
          <p:cNvSpPr txBox="1"/>
          <p:nvPr>
            <p:ph type="title"/>
          </p:nvPr>
        </p:nvSpPr>
        <p:spPr>
          <a:xfrm>
            <a:off x="803276" y="2091023"/>
            <a:ext cx="5022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6" name="Google Shape;776;g31393e525ae_1_2975"/>
          <p:cNvSpPr txBox="1"/>
          <p:nvPr>
            <p:ph idx="1" type="body"/>
          </p:nvPr>
        </p:nvSpPr>
        <p:spPr>
          <a:xfrm>
            <a:off x="826770" y="3244567"/>
            <a:ext cx="4206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777" name="Google Shape;777;g31393e525ae_1_2975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g31393e525ae_1_2975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g31393e525ae_1_2975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0" name="Google Shape;780;g31393e525ae_1_2975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81" name="Google Shape;781;g31393e525ae_1_2975"/>
          <p:cNvGrpSpPr/>
          <p:nvPr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782" name="Google Shape;782;g31393e525ae_1_2975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83" name="Google Shape;783;g31393e525ae_1_2975"/>
            <p:cNvSpPr/>
            <p:nvPr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784" name="Google Shape;784;g31393e525ae_1_2975"/>
          <p:cNvSpPr txBox="1"/>
          <p:nvPr>
            <p:ph idx="3" type="body"/>
          </p:nvPr>
        </p:nvSpPr>
        <p:spPr>
          <a:xfrm>
            <a:off x="815720" y="3869349"/>
            <a:ext cx="42153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785" name="Google Shape;785;g31393e525ae_1_2975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86" name="Google Shape;786;g31393e525ae_1_2975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7" name="Google Shape;787;g31393e525ae_1_2975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88" name="Google Shape;788;g31393e525ae_1_2975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9" name="Google Shape;789;g31393e525ae_1_2975"/>
          <p:cNvSpPr/>
          <p:nvPr>
            <p:ph idx="4" type="pic"/>
          </p:nvPr>
        </p:nvSpPr>
        <p:spPr>
          <a:xfrm>
            <a:off x="6103003" y="2490534"/>
            <a:ext cx="6083400" cy="25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1393e525ae_1_29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2" name="Google Shape;792;g31393e525ae_1_2992"/>
          <p:cNvSpPr txBox="1"/>
          <p:nvPr>
            <p:ph type="title"/>
          </p:nvPr>
        </p:nvSpPr>
        <p:spPr>
          <a:xfrm>
            <a:off x="838200" y="365126"/>
            <a:ext cx="10515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3" name="Google Shape;793;g31393e525ae_1_2992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4" name="Google Shape;794;g31393e525ae_1_2992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g31393e525ae_1_2992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1393e525ae_1_29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8" name="Google Shape;798;g31393e525ae_1_2998"/>
          <p:cNvSpPr txBox="1"/>
          <p:nvPr>
            <p:ph type="title"/>
          </p:nvPr>
        </p:nvSpPr>
        <p:spPr>
          <a:xfrm>
            <a:off x="838200" y="365126"/>
            <a:ext cx="10515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9" name="Google Shape;799;g31393e525ae_1_2998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0" name="Google Shape;800;g31393e525ae_1_2998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1" name="Google Shape;801;g31393e525ae_1_2998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2" name="Google Shape;802;g31393e525ae_1_2998"/>
          <p:cNvSpPr txBox="1"/>
          <p:nvPr>
            <p:ph idx="1" type="body"/>
          </p:nvPr>
        </p:nvSpPr>
        <p:spPr>
          <a:xfrm>
            <a:off x="838200" y="1187777"/>
            <a:ext cx="10515600" cy="4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1393e525ae_1_3005"/>
          <p:cNvSpPr/>
          <p:nvPr/>
        </p:nvSpPr>
        <p:spPr>
          <a:xfrm>
            <a:off x="0" y="0"/>
            <a:ext cx="12192000" cy="4416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-839" r="-839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5" name="Google Shape;805;g31393e525ae_1_3005"/>
          <p:cNvSpPr txBox="1"/>
          <p:nvPr>
            <p:ph type="ctrTitle"/>
          </p:nvPr>
        </p:nvSpPr>
        <p:spPr>
          <a:xfrm>
            <a:off x="1524000" y="2462986"/>
            <a:ext cx="91440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g31393e525ae_1_3005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g31393e525ae_1_3005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8" name="Google Shape;808;g31393e525ae_1_3005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9" name="Google Shape;809;g31393e525ae_1_3005"/>
          <p:cNvSpPr/>
          <p:nvPr/>
        </p:nvSpPr>
        <p:spPr>
          <a:xfrm>
            <a:off x="0" y="4416552"/>
            <a:ext cx="12192000" cy="24414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0" name="Google Shape;810;g31393e525ae_1_3005"/>
          <p:cNvSpPr txBox="1"/>
          <p:nvPr>
            <p:ph idx="1" type="subTitle"/>
          </p:nvPr>
        </p:nvSpPr>
        <p:spPr>
          <a:xfrm>
            <a:off x="1524000" y="4734696"/>
            <a:ext cx="9144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811" name="Google Shape;811;g31393e525ae_1_3005"/>
          <p:cNvGrpSpPr/>
          <p:nvPr/>
        </p:nvGrpSpPr>
        <p:grpSpPr>
          <a:xfrm>
            <a:off x="3619265" y="2253996"/>
            <a:ext cx="4953387" cy="100500"/>
            <a:chOff x="3631692" y="2253996"/>
            <a:chExt cx="4953387" cy="100500"/>
          </a:xfrm>
        </p:grpSpPr>
        <p:sp>
          <p:nvSpPr>
            <p:cNvPr id="812" name="Google Shape;812;g31393e525ae_1_3005"/>
            <p:cNvSpPr/>
            <p:nvPr/>
          </p:nvSpPr>
          <p:spPr>
            <a:xfrm>
              <a:off x="3631692" y="2253996"/>
              <a:ext cx="100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813" name="Google Shape;813;g31393e525ae_1_3005"/>
            <p:cNvCxnSpPr/>
            <p:nvPr/>
          </p:nvCxnSpPr>
          <p:spPr>
            <a:xfrm>
              <a:off x="3681984" y="2307679"/>
              <a:ext cx="48279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4" name="Google Shape;814;g31393e525ae_1_3005"/>
            <p:cNvSpPr/>
            <p:nvPr/>
          </p:nvSpPr>
          <p:spPr>
            <a:xfrm>
              <a:off x="8484579" y="2253996"/>
              <a:ext cx="100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815" name="Google Shape;815;g31393e525ae_1_3005"/>
          <p:cNvGrpSpPr/>
          <p:nvPr/>
        </p:nvGrpSpPr>
        <p:grpSpPr>
          <a:xfrm>
            <a:off x="4652584" y="5305363"/>
            <a:ext cx="2886798" cy="100500"/>
            <a:chOff x="3631690" y="2253996"/>
            <a:chExt cx="5028388" cy="100500"/>
          </a:xfrm>
        </p:grpSpPr>
        <p:sp>
          <p:nvSpPr>
            <p:cNvPr id="816" name="Google Shape;816;g31393e525ae_1_3005"/>
            <p:cNvSpPr/>
            <p:nvPr/>
          </p:nvSpPr>
          <p:spPr>
            <a:xfrm>
              <a:off x="3631690" y="2253996"/>
              <a:ext cx="1752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817" name="Google Shape;817;g31393e525ae_1_3005"/>
            <p:cNvCxnSpPr/>
            <p:nvPr/>
          </p:nvCxnSpPr>
          <p:spPr>
            <a:xfrm>
              <a:off x="3681984" y="2307679"/>
              <a:ext cx="48279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8" name="Google Shape;818;g31393e525ae_1_3005"/>
            <p:cNvSpPr/>
            <p:nvPr/>
          </p:nvSpPr>
          <p:spPr>
            <a:xfrm>
              <a:off x="8484578" y="2253996"/>
              <a:ext cx="175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Content Layout">
  <p:cSld name="Thanks Content Layout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1393e525ae_1_30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1" name="Google Shape;821;g31393e525ae_1_3021"/>
          <p:cNvSpPr/>
          <p:nvPr>
            <p:ph idx="2" type="pic"/>
          </p:nvPr>
        </p:nvSpPr>
        <p:spPr>
          <a:xfrm>
            <a:off x="6096000" y="0"/>
            <a:ext cx="6089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22" name="Google Shape;822;g31393e525ae_1_302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g31393e525ae_1_302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4" name="Google Shape;824;g31393e525ae_1_302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g31393e525ae_1_3021"/>
          <p:cNvSpPr/>
          <p:nvPr>
            <p:ph idx="3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sp>
        <p:nvSpPr>
          <p:cNvPr id="826" name="Google Shape;826;g31393e525ae_1_3021"/>
          <p:cNvSpPr txBox="1"/>
          <p:nvPr>
            <p:ph type="title"/>
          </p:nvPr>
        </p:nvSpPr>
        <p:spPr>
          <a:xfrm>
            <a:off x="809959" y="1546091"/>
            <a:ext cx="48468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Gill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g31393e525ae_1_3021"/>
          <p:cNvSpPr txBox="1"/>
          <p:nvPr>
            <p:ph idx="1" type="body"/>
          </p:nvPr>
        </p:nvSpPr>
        <p:spPr>
          <a:xfrm>
            <a:off x="825335" y="3083960"/>
            <a:ext cx="45864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8" name="Google Shape;828;g31393e525ae_1_3021"/>
          <p:cNvSpPr txBox="1"/>
          <p:nvPr>
            <p:ph idx="4" type="body"/>
          </p:nvPr>
        </p:nvSpPr>
        <p:spPr>
          <a:xfrm>
            <a:off x="831850" y="3703834"/>
            <a:ext cx="458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i="1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9" name="Google Shape;829;g31393e525ae_1_3021"/>
          <p:cNvSpPr txBox="1"/>
          <p:nvPr>
            <p:ph idx="5" type="body"/>
          </p:nvPr>
        </p:nvSpPr>
        <p:spPr>
          <a:xfrm>
            <a:off x="824950" y="3946707"/>
            <a:ext cx="45864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0" name="Google Shape;830;g31393e525ae_1_3021"/>
          <p:cNvSpPr txBox="1"/>
          <p:nvPr>
            <p:ph idx="6" type="body"/>
          </p:nvPr>
        </p:nvSpPr>
        <p:spPr>
          <a:xfrm>
            <a:off x="838750" y="4423954"/>
            <a:ext cx="458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i="1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1" name="Google Shape;831;g31393e525ae_1_3021"/>
          <p:cNvSpPr txBox="1"/>
          <p:nvPr>
            <p:ph idx="7" type="body"/>
          </p:nvPr>
        </p:nvSpPr>
        <p:spPr>
          <a:xfrm>
            <a:off x="831850" y="4650785"/>
            <a:ext cx="45864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2" name="Google Shape;832;g31393e525ae_1_3021"/>
          <p:cNvSpPr txBox="1"/>
          <p:nvPr>
            <p:ph idx="8" type="body"/>
          </p:nvPr>
        </p:nvSpPr>
        <p:spPr>
          <a:xfrm>
            <a:off x="831850" y="5153025"/>
            <a:ext cx="458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0" i="1" sz="1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3" name="Google Shape;833;g31393e525ae_1_3021"/>
          <p:cNvSpPr txBox="1"/>
          <p:nvPr>
            <p:ph idx="9" type="body"/>
          </p:nvPr>
        </p:nvSpPr>
        <p:spPr>
          <a:xfrm>
            <a:off x="824950" y="5363814"/>
            <a:ext cx="45864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34" name="Google Shape;834;g31393e525ae_1_3021"/>
          <p:cNvGrpSpPr/>
          <p:nvPr/>
        </p:nvGrpSpPr>
        <p:grpSpPr>
          <a:xfrm>
            <a:off x="801569" y="2750589"/>
            <a:ext cx="4569869" cy="100800"/>
            <a:chOff x="808574" y="2750589"/>
            <a:chExt cx="4569869" cy="100800"/>
          </a:xfrm>
        </p:grpSpPr>
        <p:grpSp>
          <p:nvGrpSpPr>
            <p:cNvPr id="835" name="Google Shape;835;g31393e525ae_1_3021"/>
            <p:cNvGrpSpPr/>
            <p:nvPr/>
          </p:nvGrpSpPr>
          <p:grpSpPr>
            <a:xfrm flipH="1">
              <a:off x="808574" y="2750589"/>
              <a:ext cx="4505270" cy="100800"/>
              <a:chOff x="496859" y="3240138"/>
              <a:chExt cx="2937517" cy="100800"/>
            </a:xfrm>
          </p:grpSpPr>
          <p:cxnSp>
            <p:nvCxnSpPr>
              <p:cNvPr id="836" name="Google Shape;836;g31393e525ae_1_3021"/>
              <p:cNvCxnSpPr/>
              <p:nvPr/>
            </p:nvCxnSpPr>
            <p:spPr>
              <a:xfrm>
                <a:off x="496859" y="3285674"/>
                <a:ext cx="2887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37" name="Google Shape;837;g31393e525ae_1_3021"/>
              <p:cNvSpPr/>
              <p:nvPr/>
            </p:nvSpPr>
            <p:spPr>
              <a:xfrm>
                <a:off x="3368676" y="3240138"/>
                <a:ext cx="65700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838" name="Google Shape;838;g31393e525ae_1_3021"/>
            <p:cNvSpPr/>
            <p:nvPr/>
          </p:nvSpPr>
          <p:spPr>
            <a:xfrm flipH="1">
              <a:off x="5277643" y="2750589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839" name="Google Shape;839;g31393e525ae_1_3021"/>
          <p:cNvGrpSpPr/>
          <p:nvPr/>
        </p:nvGrpSpPr>
        <p:grpSpPr>
          <a:xfrm>
            <a:off x="801569" y="1660573"/>
            <a:ext cx="4575391" cy="105664"/>
            <a:chOff x="808574" y="2745725"/>
            <a:chExt cx="4575391" cy="105664"/>
          </a:xfrm>
        </p:grpSpPr>
        <p:grpSp>
          <p:nvGrpSpPr>
            <p:cNvPr id="840" name="Google Shape;840;g31393e525ae_1_3021"/>
            <p:cNvGrpSpPr/>
            <p:nvPr/>
          </p:nvGrpSpPr>
          <p:grpSpPr>
            <a:xfrm flipH="1">
              <a:off x="808574" y="2750589"/>
              <a:ext cx="4505270" cy="100800"/>
              <a:chOff x="496859" y="3240138"/>
              <a:chExt cx="2937517" cy="100800"/>
            </a:xfrm>
          </p:grpSpPr>
          <p:cxnSp>
            <p:nvCxnSpPr>
              <p:cNvPr id="841" name="Google Shape;841;g31393e525ae_1_3021"/>
              <p:cNvCxnSpPr/>
              <p:nvPr/>
            </p:nvCxnSpPr>
            <p:spPr>
              <a:xfrm>
                <a:off x="496859" y="3285674"/>
                <a:ext cx="28872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42" name="Google Shape;842;g31393e525ae_1_3021"/>
              <p:cNvSpPr/>
              <p:nvPr/>
            </p:nvSpPr>
            <p:spPr>
              <a:xfrm>
                <a:off x="3368676" y="3240138"/>
                <a:ext cx="65700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843" name="Google Shape;843;g31393e525ae_1_3021"/>
            <p:cNvSpPr/>
            <p:nvPr/>
          </p:nvSpPr>
          <p:spPr>
            <a:xfrm flipH="1">
              <a:off x="5283165" y="2745725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ontent Layout">
  <p:cSld name="Title, Image and Content Layout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1393e525ae_1_30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6" name="Google Shape;846;g31393e525ae_1_3046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7" name="Google Shape;847;g31393e525ae_1_3046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8" name="Google Shape;848;g31393e525ae_1_3046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9" name="Google Shape;849;g31393e525ae_1_3046"/>
          <p:cNvSpPr txBox="1"/>
          <p:nvPr>
            <p:ph type="title"/>
          </p:nvPr>
        </p:nvSpPr>
        <p:spPr>
          <a:xfrm>
            <a:off x="6894591" y="1090118"/>
            <a:ext cx="4494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0" name="Google Shape;850;g31393e525ae_1_3046"/>
          <p:cNvSpPr txBox="1"/>
          <p:nvPr>
            <p:ph idx="1" type="body"/>
          </p:nvPr>
        </p:nvSpPr>
        <p:spPr>
          <a:xfrm>
            <a:off x="6894591" y="2243662"/>
            <a:ext cx="447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851" name="Google Shape;851;g31393e525ae_1_3046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52" name="Google Shape;852;g31393e525ae_1_3046"/>
          <p:cNvGrpSpPr/>
          <p:nvPr/>
        </p:nvGrpSpPr>
        <p:grpSpPr>
          <a:xfrm flipH="1">
            <a:off x="6924698" y="1993043"/>
            <a:ext cx="5267302" cy="100800"/>
            <a:chOff x="0" y="3240138"/>
            <a:chExt cx="3434376" cy="100800"/>
          </a:xfrm>
        </p:grpSpPr>
        <p:cxnSp>
          <p:nvCxnSpPr>
            <p:cNvPr id="853" name="Google Shape;853;g31393e525ae_1_3046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4" name="Google Shape;854;g31393e525ae_1_3046"/>
            <p:cNvSpPr/>
            <p:nvPr/>
          </p:nvSpPr>
          <p:spPr>
            <a:xfrm>
              <a:off x="3368676" y="3240138"/>
              <a:ext cx="657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855" name="Google Shape;855;g31393e525ae_1_3046"/>
          <p:cNvSpPr txBox="1"/>
          <p:nvPr>
            <p:ph idx="3" type="body"/>
          </p:nvPr>
        </p:nvSpPr>
        <p:spPr>
          <a:xfrm>
            <a:off x="6894591" y="2868443"/>
            <a:ext cx="4482900" cy="24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856" name="Google Shape;856;g31393e525ae_1_3046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7" name="Google Shape;857;g31393e525ae_1_3046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58" name="Google Shape;858;g31393e525ae_1_3046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9" name="Google Shape;859;g31393e525ae_1_3046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0" name="Google Shape;860;g31393e525ae_1_3046"/>
          <p:cNvSpPr/>
          <p:nvPr>
            <p:ph idx="4" type="pic"/>
          </p:nvPr>
        </p:nvSpPr>
        <p:spPr>
          <a:xfrm>
            <a:off x="2854411" y="1472184"/>
            <a:ext cx="3246300" cy="5385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Layout ver 2">
  <p:cSld name="Title and Content Layout ver 2"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1393e525ae_1_30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3" name="Google Shape;863;g31393e525ae_1_3063"/>
          <p:cNvSpPr txBox="1"/>
          <p:nvPr>
            <p:ph type="title"/>
          </p:nvPr>
        </p:nvSpPr>
        <p:spPr>
          <a:xfrm>
            <a:off x="803276" y="2219359"/>
            <a:ext cx="5022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g31393e525ae_1_3063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g31393e525ae_1_3063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6" name="Google Shape;866;g31393e525ae_1_3063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7" name="Google Shape;867;g31393e525ae_1_3063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68" name="Google Shape;868;g31393e525ae_1_3063"/>
          <p:cNvGrpSpPr/>
          <p:nvPr/>
        </p:nvGrpSpPr>
        <p:grpSpPr>
          <a:xfrm>
            <a:off x="0" y="3122284"/>
            <a:ext cx="3434400" cy="100800"/>
            <a:chOff x="0" y="3240138"/>
            <a:chExt cx="3434400" cy="100800"/>
          </a:xfrm>
        </p:grpSpPr>
        <p:cxnSp>
          <p:nvCxnSpPr>
            <p:cNvPr id="869" name="Google Shape;869;g31393e525ae_1_3063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70" name="Google Shape;870;g31393e525ae_1_3063"/>
            <p:cNvSpPr/>
            <p:nvPr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871" name="Google Shape;871;g31393e525ae_1_3063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72" name="Google Shape;872;g31393e525ae_1_3063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3" name="Google Shape;873;g31393e525ae_1_3063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74" name="Google Shape;874;g31393e525ae_1_3063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5" name="Google Shape;875;g31393e525ae_1_3063"/>
          <p:cNvSpPr txBox="1"/>
          <p:nvPr>
            <p:ph idx="1" type="body"/>
          </p:nvPr>
        </p:nvSpPr>
        <p:spPr>
          <a:xfrm>
            <a:off x="815720" y="3392200"/>
            <a:ext cx="5009400" cy="22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876" name="Google Shape;876;g31393e525ae_1_3063"/>
          <p:cNvSpPr/>
          <p:nvPr>
            <p:ph idx="3" type="pic"/>
          </p:nvPr>
        </p:nvSpPr>
        <p:spPr>
          <a:xfrm>
            <a:off x="6108356" y="-20834"/>
            <a:ext cx="5245500" cy="5385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 Content Layout">
  <p:cSld name="Icons Content Layout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1393e525ae_1_30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9" name="Google Shape;879;g31393e525ae_1_3079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g31393e525ae_1_3079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g31393e525ae_1_3079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2" name="Google Shape;882;g31393e525ae_1_3079"/>
          <p:cNvSpPr txBox="1"/>
          <p:nvPr>
            <p:ph type="title"/>
          </p:nvPr>
        </p:nvSpPr>
        <p:spPr>
          <a:xfrm>
            <a:off x="6400317" y="707529"/>
            <a:ext cx="4494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3" name="Google Shape;883;g31393e525ae_1_3079"/>
          <p:cNvSpPr txBox="1"/>
          <p:nvPr>
            <p:ph idx="1" type="body"/>
          </p:nvPr>
        </p:nvSpPr>
        <p:spPr>
          <a:xfrm>
            <a:off x="6400317" y="1625821"/>
            <a:ext cx="447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884" name="Google Shape;884;g31393e525ae_1_3079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85" name="Google Shape;885;g31393e525ae_1_3079"/>
          <p:cNvGrpSpPr/>
          <p:nvPr/>
        </p:nvGrpSpPr>
        <p:grpSpPr>
          <a:xfrm flipH="1">
            <a:off x="6430424" y="1375202"/>
            <a:ext cx="5761577" cy="100800"/>
            <a:chOff x="-322276" y="3240138"/>
            <a:chExt cx="3756652" cy="100800"/>
          </a:xfrm>
        </p:grpSpPr>
        <p:cxnSp>
          <p:nvCxnSpPr>
            <p:cNvPr id="886" name="Google Shape;886;g31393e525ae_1_3079"/>
            <p:cNvCxnSpPr/>
            <p:nvPr/>
          </p:nvCxnSpPr>
          <p:spPr>
            <a:xfrm>
              <a:off x="-322276" y="3290538"/>
              <a:ext cx="37062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7" name="Google Shape;887;g31393e525ae_1_3079"/>
            <p:cNvSpPr/>
            <p:nvPr/>
          </p:nvSpPr>
          <p:spPr>
            <a:xfrm>
              <a:off x="3368676" y="3240138"/>
              <a:ext cx="657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888" name="Google Shape;888;g31393e525ae_1_3079"/>
          <p:cNvSpPr txBox="1"/>
          <p:nvPr>
            <p:ph idx="3" type="body"/>
          </p:nvPr>
        </p:nvSpPr>
        <p:spPr>
          <a:xfrm>
            <a:off x="2920469" y="3291840"/>
            <a:ext cx="267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889" name="Google Shape;889;g31393e525ae_1_3079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0" name="Google Shape;890;g31393e525ae_1_3079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891" name="Google Shape;891;g31393e525ae_1_3079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2" name="Google Shape;892;g31393e525ae_1_3079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3" name="Google Shape;893;g31393e525ae_1_3079"/>
          <p:cNvSpPr/>
          <p:nvPr>
            <p:ph idx="4" type="pic"/>
          </p:nvPr>
        </p:nvSpPr>
        <p:spPr>
          <a:xfrm>
            <a:off x="2090460" y="3273552"/>
            <a:ext cx="640200" cy="658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g31393e525ae_1_3079"/>
          <p:cNvSpPr txBox="1"/>
          <p:nvPr>
            <p:ph idx="5" type="body"/>
          </p:nvPr>
        </p:nvSpPr>
        <p:spPr>
          <a:xfrm>
            <a:off x="831850" y="3291840"/>
            <a:ext cx="1209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895" name="Google Shape;895;g31393e525ae_1_3079"/>
          <p:cNvSpPr txBox="1"/>
          <p:nvPr>
            <p:ph idx="6" type="body"/>
          </p:nvPr>
        </p:nvSpPr>
        <p:spPr>
          <a:xfrm>
            <a:off x="2920469" y="4427608"/>
            <a:ext cx="267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896" name="Google Shape;896;g31393e525ae_1_3079"/>
          <p:cNvSpPr/>
          <p:nvPr>
            <p:ph idx="7" type="pic"/>
          </p:nvPr>
        </p:nvSpPr>
        <p:spPr>
          <a:xfrm>
            <a:off x="2090460" y="4409320"/>
            <a:ext cx="640200" cy="658500"/>
          </a:xfrm>
          <a:prstGeom prst="rect">
            <a:avLst/>
          </a:prstGeom>
          <a:noFill/>
          <a:ln>
            <a:noFill/>
          </a:ln>
        </p:spPr>
      </p:sp>
      <p:sp>
        <p:nvSpPr>
          <p:cNvPr id="897" name="Google Shape;897;g31393e525ae_1_3079"/>
          <p:cNvSpPr txBox="1"/>
          <p:nvPr>
            <p:ph idx="8" type="body"/>
          </p:nvPr>
        </p:nvSpPr>
        <p:spPr>
          <a:xfrm>
            <a:off x="831850" y="4427608"/>
            <a:ext cx="1209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898" name="Google Shape;898;g31393e525ae_1_3079"/>
          <p:cNvSpPr txBox="1"/>
          <p:nvPr>
            <p:ph idx="9" type="body"/>
          </p:nvPr>
        </p:nvSpPr>
        <p:spPr>
          <a:xfrm>
            <a:off x="8549426" y="3291840"/>
            <a:ext cx="267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899" name="Google Shape;899;g31393e525ae_1_3079"/>
          <p:cNvSpPr/>
          <p:nvPr>
            <p:ph idx="13" type="pic"/>
          </p:nvPr>
        </p:nvSpPr>
        <p:spPr>
          <a:xfrm>
            <a:off x="7719417" y="3273552"/>
            <a:ext cx="640200" cy="6585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g31393e525ae_1_3079"/>
          <p:cNvSpPr txBox="1"/>
          <p:nvPr>
            <p:ph idx="14" type="body"/>
          </p:nvPr>
        </p:nvSpPr>
        <p:spPr>
          <a:xfrm>
            <a:off x="6460807" y="3291840"/>
            <a:ext cx="1209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01" name="Google Shape;901;g31393e525ae_1_3079"/>
          <p:cNvSpPr txBox="1"/>
          <p:nvPr>
            <p:ph idx="15" type="body"/>
          </p:nvPr>
        </p:nvSpPr>
        <p:spPr>
          <a:xfrm>
            <a:off x="8549426" y="4427608"/>
            <a:ext cx="267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02" name="Google Shape;902;g31393e525ae_1_3079"/>
          <p:cNvSpPr/>
          <p:nvPr>
            <p:ph idx="16" type="pic"/>
          </p:nvPr>
        </p:nvSpPr>
        <p:spPr>
          <a:xfrm>
            <a:off x="7719417" y="4409320"/>
            <a:ext cx="640200" cy="658500"/>
          </a:xfrm>
          <a:prstGeom prst="rect">
            <a:avLst/>
          </a:prstGeom>
          <a:noFill/>
          <a:ln>
            <a:noFill/>
          </a:ln>
        </p:spPr>
      </p:sp>
      <p:sp>
        <p:nvSpPr>
          <p:cNvPr id="903" name="Google Shape;903;g31393e525ae_1_3079"/>
          <p:cNvSpPr txBox="1"/>
          <p:nvPr>
            <p:ph idx="17" type="body"/>
          </p:nvPr>
        </p:nvSpPr>
        <p:spPr>
          <a:xfrm>
            <a:off x="6460807" y="4427608"/>
            <a:ext cx="1209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nitor and Content Layout">
  <p:cSld name="Monitor and Content Layout"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1393e525ae_1_3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06" name="Google Shape;906;g31393e525ae_1_3106"/>
          <p:cNvSpPr txBox="1"/>
          <p:nvPr>
            <p:ph type="title"/>
          </p:nvPr>
        </p:nvSpPr>
        <p:spPr>
          <a:xfrm>
            <a:off x="803276" y="2091023"/>
            <a:ext cx="4464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g31393e525ae_1_3106"/>
          <p:cNvSpPr txBox="1"/>
          <p:nvPr>
            <p:ph idx="1" type="body"/>
          </p:nvPr>
        </p:nvSpPr>
        <p:spPr>
          <a:xfrm>
            <a:off x="826770" y="3244567"/>
            <a:ext cx="4443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08" name="Google Shape;908;g31393e525ae_1_3106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g31393e525ae_1_3106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0" name="Google Shape;910;g31393e525ae_1_3106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1" name="Google Shape;911;g31393e525ae_1_3106"/>
          <p:cNvSpPr/>
          <p:nvPr/>
        </p:nvSpPr>
        <p:spPr>
          <a:xfrm>
            <a:off x="6192163" y="1435133"/>
            <a:ext cx="5175600" cy="418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1509" l="0" r="0" t="149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2" name="Google Shape;912;g31393e525ae_1_3106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3" name="Google Shape;913;g31393e525ae_1_3106"/>
          <p:cNvGrpSpPr/>
          <p:nvPr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914" name="Google Shape;914;g31393e525ae_1_3106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15" name="Google Shape;915;g31393e525ae_1_3106"/>
            <p:cNvSpPr/>
            <p:nvPr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916" name="Google Shape;916;g31393e525ae_1_3106"/>
          <p:cNvSpPr txBox="1"/>
          <p:nvPr>
            <p:ph idx="3" type="body"/>
          </p:nvPr>
        </p:nvSpPr>
        <p:spPr>
          <a:xfrm>
            <a:off x="815720" y="3869349"/>
            <a:ext cx="44529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17" name="Google Shape;917;g31393e525ae_1_3106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18" name="Google Shape;918;g31393e525ae_1_3106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9" name="Google Shape;919;g31393e525ae_1_3106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20" name="Google Shape;920;g31393e525ae_1_3106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1" name="Google Shape;921;g31393e525ae_1_3106"/>
          <p:cNvSpPr/>
          <p:nvPr>
            <p:ph idx="4" type="pic"/>
          </p:nvPr>
        </p:nvSpPr>
        <p:spPr>
          <a:xfrm>
            <a:off x="6362829" y="1673942"/>
            <a:ext cx="4854000" cy="31413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Content Layout">
  <p:cSld name="Title and Subtitle Content Layout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1393e525ae_1_3124"/>
          <p:cNvSpPr/>
          <p:nvPr>
            <p:ph idx="2" type="pic"/>
          </p:nvPr>
        </p:nvSpPr>
        <p:spPr>
          <a:xfrm>
            <a:off x="0" y="1682496"/>
            <a:ext cx="121920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g31393e525ae_1_3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5" name="Google Shape;925;g31393e525ae_1_3124"/>
          <p:cNvSpPr txBox="1"/>
          <p:nvPr>
            <p:ph type="title"/>
          </p:nvPr>
        </p:nvSpPr>
        <p:spPr>
          <a:xfrm>
            <a:off x="3863976" y="696584"/>
            <a:ext cx="4464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6" name="Google Shape;926;g31393e525ae_1_3124"/>
          <p:cNvSpPr txBox="1"/>
          <p:nvPr>
            <p:ph idx="1" type="body"/>
          </p:nvPr>
        </p:nvSpPr>
        <p:spPr>
          <a:xfrm>
            <a:off x="3884860" y="1983086"/>
            <a:ext cx="4443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27" name="Google Shape;927;g31393e525ae_1_3124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8" name="Google Shape;928;g31393e525ae_1_3124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g31393e525ae_1_3124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0" name="Google Shape;930;g31393e525ae_1_3124"/>
          <p:cNvSpPr/>
          <p:nvPr>
            <p:ph idx="3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g31393e525ae_1_3124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32" name="Google Shape;932;g31393e525ae_1_3124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3" name="Google Shape;933;g31393e525ae_1_3124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34" name="Google Shape;934;g31393e525ae_1_3124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35" name="Google Shape;935;g31393e525ae_1_3124"/>
          <p:cNvGrpSpPr/>
          <p:nvPr/>
        </p:nvGrpSpPr>
        <p:grpSpPr>
          <a:xfrm>
            <a:off x="5124396" y="1373283"/>
            <a:ext cx="1943208" cy="100800"/>
            <a:chOff x="3149478" y="1373283"/>
            <a:chExt cx="1943208" cy="100800"/>
          </a:xfrm>
        </p:grpSpPr>
        <p:grpSp>
          <p:nvGrpSpPr>
            <p:cNvPr id="936" name="Google Shape;936;g31393e525ae_1_3124"/>
            <p:cNvGrpSpPr/>
            <p:nvPr/>
          </p:nvGrpSpPr>
          <p:grpSpPr>
            <a:xfrm>
              <a:off x="3149478" y="1373283"/>
              <a:ext cx="1943208" cy="100800"/>
              <a:chOff x="0" y="3237441"/>
              <a:chExt cx="1943208" cy="100800"/>
            </a:xfrm>
          </p:grpSpPr>
          <p:cxnSp>
            <p:nvCxnSpPr>
              <p:cNvPr id="937" name="Google Shape;937;g31393e525ae_1_3124"/>
              <p:cNvCxnSpPr/>
              <p:nvPr/>
            </p:nvCxnSpPr>
            <p:spPr>
              <a:xfrm>
                <a:off x="0" y="3290538"/>
                <a:ext cx="1892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38" name="Google Shape;938;g31393e525ae_1_3124"/>
              <p:cNvSpPr/>
              <p:nvPr/>
            </p:nvSpPr>
            <p:spPr>
              <a:xfrm>
                <a:off x="1842408" y="3237441"/>
                <a:ext cx="100800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939" name="Google Shape;939;g31393e525ae_1_3124"/>
            <p:cNvSpPr/>
            <p:nvPr/>
          </p:nvSpPr>
          <p:spPr>
            <a:xfrm>
              <a:off x="3149478" y="1373283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Layout">
  <p:cSld name="Three Content Layou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1393e525ae_1_31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2" name="Google Shape;942;g31393e525ae_1_3142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3" name="Google Shape;943;g31393e525ae_1_3142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g31393e525ae_1_3142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5" name="Google Shape;945;g31393e525ae_1_3142"/>
          <p:cNvSpPr txBox="1"/>
          <p:nvPr>
            <p:ph type="title"/>
          </p:nvPr>
        </p:nvSpPr>
        <p:spPr>
          <a:xfrm>
            <a:off x="5104263" y="707529"/>
            <a:ext cx="6310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6" name="Google Shape;946;g31393e525ae_1_3142"/>
          <p:cNvSpPr txBox="1"/>
          <p:nvPr>
            <p:ph idx="1" type="body"/>
          </p:nvPr>
        </p:nvSpPr>
        <p:spPr>
          <a:xfrm>
            <a:off x="5104263" y="1625821"/>
            <a:ext cx="6289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47" name="Google Shape;947;g31393e525ae_1_3142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48" name="Google Shape;948;g31393e525ae_1_3142"/>
          <p:cNvGrpSpPr/>
          <p:nvPr/>
        </p:nvGrpSpPr>
        <p:grpSpPr>
          <a:xfrm flipH="1">
            <a:off x="7179410" y="1375202"/>
            <a:ext cx="5012598" cy="100800"/>
            <a:chOff x="304632" y="3240138"/>
            <a:chExt cx="3129744" cy="100800"/>
          </a:xfrm>
        </p:grpSpPr>
        <p:cxnSp>
          <p:nvCxnSpPr>
            <p:cNvPr id="949" name="Google Shape;949;g31393e525ae_1_3142"/>
            <p:cNvCxnSpPr/>
            <p:nvPr/>
          </p:nvCxnSpPr>
          <p:spPr>
            <a:xfrm>
              <a:off x="304632" y="3290538"/>
              <a:ext cx="30795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50" name="Google Shape;950;g31393e525ae_1_3142"/>
            <p:cNvSpPr/>
            <p:nvPr/>
          </p:nvSpPr>
          <p:spPr>
            <a:xfrm>
              <a:off x="3368676" y="3240138"/>
              <a:ext cx="657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951" name="Google Shape;951;g31393e525ae_1_3142"/>
          <p:cNvSpPr txBox="1"/>
          <p:nvPr>
            <p:ph idx="3" type="body"/>
          </p:nvPr>
        </p:nvSpPr>
        <p:spPr>
          <a:xfrm>
            <a:off x="1226927" y="4271296"/>
            <a:ext cx="29445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952" name="Google Shape;952;g31393e525ae_1_3142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3" name="Google Shape;953;g31393e525ae_1_3142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54" name="Google Shape;954;g31393e525ae_1_3142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5" name="Google Shape;955;g31393e525ae_1_3142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6" name="Google Shape;956;g31393e525ae_1_3142"/>
          <p:cNvSpPr txBox="1"/>
          <p:nvPr>
            <p:ph idx="4" type="body"/>
          </p:nvPr>
        </p:nvSpPr>
        <p:spPr>
          <a:xfrm>
            <a:off x="1226927" y="3858610"/>
            <a:ext cx="294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57" name="Google Shape;957;g31393e525ae_1_3142"/>
          <p:cNvSpPr/>
          <p:nvPr>
            <p:ph idx="5" type="body"/>
          </p:nvPr>
        </p:nvSpPr>
        <p:spPr>
          <a:xfrm>
            <a:off x="1226927" y="2760518"/>
            <a:ext cx="978300" cy="978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8" name="Google Shape;958;g31393e525ae_1_3142"/>
          <p:cNvSpPr txBox="1"/>
          <p:nvPr>
            <p:ph idx="6" type="body"/>
          </p:nvPr>
        </p:nvSpPr>
        <p:spPr>
          <a:xfrm>
            <a:off x="4871314" y="4271296"/>
            <a:ext cx="29445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59" name="Google Shape;959;g31393e525ae_1_3142"/>
          <p:cNvSpPr/>
          <p:nvPr>
            <p:ph idx="7" type="body"/>
          </p:nvPr>
        </p:nvSpPr>
        <p:spPr>
          <a:xfrm>
            <a:off x="4871314" y="2760518"/>
            <a:ext cx="978300" cy="978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0" name="Google Shape;960;g31393e525ae_1_3142"/>
          <p:cNvSpPr txBox="1"/>
          <p:nvPr>
            <p:ph idx="8" type="body"/>
          </p:nvPr>
        </p:nvSpPr>
        <p:spPr>
          <a:xfrm>
            <a:off x="4871314" y="3858610"/>
            <a:ext cx="294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61" name="Google Shape;961;g31393e525ae_1_3142"/>
          <p:cNvSpPr txBox="1"/>
          <p:nvPr>
            <p:ph idx="9" type="body"/>
          </p:nvPr>
        </p:nvSpPr>
        <p:spPr>
          <a:xfrm>
            <a:off x="8515702" y="4271296"/>
            <a:ext cx="29445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62" name="Google Shape;962;g31393e525ae_1_3142"/>
          <p:cNvSpPr/>
          <p:nvPr>
            <p:ph idx="13" type="body"/>
          </p:nvPr>
        </p:nvSpPr>
        <p:spPr>
          <a:xfrm>
            <a:off x="8515702" y="2760518"/>
            <a:ext cx="978300" cy="978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3" name="Google Shape;963;g31393e525ae_1_3142"/>
          <p:cNvSpPr txBox="1"/>
          <p:nvPr>
            <p:ph idx="14" type="body"/>
          </p:nvPr>
        </p:nvSpPr>
        <p:spPr>
          <a:xfrm>
            <a:off x="8515702" y="3858610"/>
            <a:ext cx="294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964" name="Google Shape;964;g31393e525ae_1_3142"/>
          <p:cNvCxnSpPr/>
          <p:nvPr/>
        </p:nvCxnSpPr>
        <p:spPr>
          <a:xfrm>
            <a:off x="2205335" y="3256107"/>
            <a:ext cx="266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5" name="Google Shape;965;g31393e525ae_1_3142"/>
          <p:cNvCxnSpPr/>
          <p:nvPr/>
        </p:nvCxnSpPr>
        <p:spPr>
          <a:xfrm>
            <a:off x="5849839" y="3255785"/>
            <a:ext cx="266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Comparison">
  <p:cSld name="Numbers Comparison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1393e525ae_1_31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8" name="Google Shape;968;g31393e525ae_1_3168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9" name="Google Shape;969;g31393e525ae_1_3168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" name="Google Shape;970;g31393e525ae_1_3168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1" name="Google Shape;971;g31393e525ae_1_3168"/>
          <p:cNvSpPr txBox="1"/>
          <p:nvPr>
            <p:ph type="title"/>
          </p:nvPr>
        </p:nvSpPr>
        <p:spPr>
          <a:xfrm>
            <a:off x="4292016" y="707529"/>
            <a:ext cx="7118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2" name="Google Shape;972;g31393e525ae_1_3168"/>
          <p:cNvSpPr txBox="1"/>
          <p:nvPr>
            <p:ph idx="1" type="body"/>
          </p:nvPr>
        </p:nvSpPr>
        <p:spPr>
          <a:xfrm>
            <a:off x="4292016" y="1625821"/>
            <a:ext cx="70968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73" name="Google Shape;973;g31393e525ae_1_3168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74" name="Google Shape;974;g31393e525ae_1_3168"/>
          <p:cNvGrpSpPr/>
          <p:nvPr/>
        </p:nvGrpSpPr>
        <p:grpSpPr>
          <a:xfrm flipH="1">
            <a:off x="4314847" y="1375202"/>
            <a:ext cx="7877580" cy="100800"/>
            <a:chOff x="245338" y="3240138"/>
            <a:chExt cx="4016100" cy="100800"/>
          </a:xfrm>
        </p:grpSpPr>
        <p:cxnSp>
          <p:nvCxnSpPr>
            <p:cNvPr id="975" name="Google Shape;975;g31393e525ae_1_3168"/>
            <p:cNvCxnSpPr>
              <a:endCxn id="976" idx="6"/>
            </p:cNvCxnSpPr>
            <p:nvPr/>
          </p:nvCxnSpPr>
          <p:spPr>
            <a:xfrm>
              <a:off x="245338" y="3290538"/>
              <a:ext cx="40161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76" name="Google Shape;976;g31393e525ae_1_3168"/>
            <p:cNvSpPr/>
            <p:nvPr/>
          </p:nvSpPr>
          <p:spPr>
            <a:xfrm>
              <a:off x="4210138" y="3240138"/>
              <a:ext cx="513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977" name="Google Shape;977;g31393e525ae_1_3168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8" name="Google Shape;978;g31393e525ae_1_3168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979" name="Google Shape;979;g31393e525ae_1_3168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0" name="Google Shape;980;g31393e525ae_1_3168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1" name="Google Shape;981;g31393e525ae_1_3168"/>
          <p:cNvSpPr txBox="1"/>
          <p:nvPr>
            <p:ph idx="3" type="body"/>
          </p:nvPr>
        </p:nvSpPr>
        <p:spPr>
          <a:xfrm>
            <a:off x="783723" y="3301941"/>
            <a:ext cx="3408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2" name="Google Shape;982;g31393e525ae_1_3168"/>
          <p:cNvSpPr txBox="1"/>
          <p:nvPr>
            <p:ph idx="4" type="body"/>
          </p:nvPr>
        </p:nvSpPr>
        <p:spPr>
          <a:xfrm>
            <a:off x="5716329" y="3394494"/>
            <a:ext cx="56784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83" name="Google Shape;983;g31393e525ae_1_3168"/>
          <p:cNvSpPr txBox="1"/>
          <p:nvPr>
            <p:ph idx="5" type="body"/>
          </p:nvPr>
        </p:nvSpPr>
        <p:spPr>
          <a:xfrm>
            <a:off x="4292016" y="3394494"/>
            <a:ext cx="13992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84" name="Google Shape;984;g31393e525ae_1_3168"/>
          <p:cNvSpPr txBox="1"/>
          <p:nvPr>
            <p:ph idx="6" type="body"/>
          </p:nvPr>
        </p:nvSpPr>
        <p:spPr>
          <a:xfrm>
            <a:off x="783723" y="4594663"/>
            <a:ext cx="3408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5" name="Google Shape;985;g31393e525ae_1_3168"/>
          <p:cNvSpPr txBox="1"/>
          <p:nvPr>
            <p:ph idx="7" type="body"/>
          </p:nvPr>
        </p:nvSpPr>
        <p:spPr>
          <a:xfrm>
            <a:off x="5716329" y="4687216"/>
            <a:ext cx="56784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86" name="Google Shape;986;g31393e525ae_1_3168"/>
          <p:cNvSpPr txBox="1"/>
          <p:nvPr>
            <p:ph idx="8" type="body"/>
          </p:nvPr>
        </p:nvSpPr>
        <p:spPr>
          <a:xfrm>
            <a:off x="4292016" y="4687216"/>
            <a:ext cx="13992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Layout with circles">
  <p:cSld name="Content Layout with circles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1393e525ae_1_31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9" name="Google Shape;989;g31393e525ae_1_3189"/>
          <p:cNvSpPr txBox="1"/>
          <p:nvPr>
            <p:ph type="title"/>
          </p:nvPr>
        </p:nvSpPr>
        <p:spPr>
          <a:xfrm>
            <a:off x="803276" y="3242645"/>
            <a:ext cx="44640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g31393e525ae_1_3189"/>
          <p:cNvSpPr txBox="1"/>
          <p:nvPr>
            <p:ph idx="1" type="body"/>
          </p:nvPr>
        </p:nvSpPr>
        <p:spPr>
          <a:xfrm>
            <a:off x="826770" y="4872948"/>
            <a:ext cx="44433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91" name="Google Shape;991;g31393e525ae_1_3189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g31393e525ae_1_3189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3" name="Google Shape;993;g31393e525ae_1_3189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4" name="Google Shape;994;g31393e525ae_1_3189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95" name="Google Shape;995;g31393e525ae_1_3189"/>
          <p:cNvGrpSpPr/>
          <p:nvPr/>
        </p:nvGrpSpPr>
        <p:grpSpPr>
          <a:xfrm>
            <a:off x="0" y="4581382"/>
            <a:ext cx="4370400" cy="100800"/>
            <a:chOff x="-1228304" y="3240138"/>
            <a:chExt cx="4370400" cy="100800"/>
          </a:xfrm>
        </p:grpSpPr>
        <p:cxnSp>
          <p:nvCxnSpPr>
            <p:cNvPr id="996" name="Google Shape;996;g31393e525ae_1_3189"/>
            <p:cNvCxnSpPr/>
            <p:nvPr/>
          </p:nvCxnSpPr>
          <p:spPr>
            <a:xfrm>
              <a:off x="-1228304" y="3290538"/>
              <a:ext cx="4320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97" name="Google Shape;997;g31393e525ae_1_3189"/>
            <p:cNvSpPr/>
            <p:nvPr/>
          </p:nvSpPr>
          <p:spPr>
            <a:xfrm>
              <a:off x="3041296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998" name="Google Shape;998;g31393e525ae_1_3189"/>
          <p:cNvSpPr txBox="1"/>
          <p:nvPr>
            <p:ph idx="3" type="body"/>
          </p:nvPr>
        </p:nvSpPr>
        <p:spPr>
          <a:xfrm>
            <a:off x="5533023" y="4551485"/>
            <a:ext cx="58557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999" name="Google Shape;999;g31393e525ae_1_3189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00" name="Google Shape;1000;g31393e525ae_1_3189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1" name="Google Shape;1001;g31393e525ae_1_3189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02" name="Google Shape;1002;g31393e525ae_1_3189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3" name="Google Shape;1003;g31393e525ae_1_3189"/>
          <p:cNvSpPr/>
          <p:nvPr/>
        </p:nvSpPr>
        <p:spPr>
          <a:xfrm>
            <a:off x="3616960" y="859665"/>
            <a:ext cx="2121300" cy="212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4" name="Google Shape;1004;g31393e525ae_1_3189"/>
          <p:cNvSpPr/>
          <p:nvPr/>
        </p:nvSpPr>
        <p:spPr>
          <a:xfrm>
            <a:off x="5522965" y="836613"/>
            <a:ext cx="2816400" cy="2816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5" name="Google Shape;1005;g31393e525ae_1_3189"/>
          <p:cNvSpPr/>
          <p:nvPr/>
        </p:nvSpPr>
        <p:spPr>
          <a:xfrm>
            <a:off x="8123915" y="859665"/>
            <a:ext cx="3273600" cy="3273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6" name="Google Shape;1006;g31393e525ae_1_3189"/>
          <p:cNvSpPr txBox="1"/>
          <p:nvPr>
            <p:ph idx="4" type="body"/>
          </p:nvPr>
        </p:nvSpPr>
        <p:spPr>
          <a:xfrm>
            <a:off x="3851931" y="1382322"/>
            <a:ext cx="16812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7" name="Google Shape;1007;g31393e525ae_1_3189"/>
          <p:cNvSpPr txBox="1"/>
          <p:nvPr>
            <p:ph idx="5" type="body"/>
          </p:nvPr>
        </p:nvSpPr>
        <p:spPr>
          <a:xfrm>
            <a:off x="3927524" y="2363691"/>
            <a:ext cx="1519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08" name="Google Shape;1008;g31393e525ae_1_3189"/>
          <p:cNvSpPr txBox="1"/>
          <p:nvPr>
            <p:ph idx="6" type="body"/>
          </p:nvPr>
        </p:nvSpPr>
        <p:spPr>
          <a:xfrm>
            <a:off x="3806132" y="1185842"/>
            <a:ext cx="15198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0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09" name="Google Shape;1009;g31393e525ae_1_3189"/>
          <p:cNvSpPr txBox="1"/>
          <p:nvPr>
            <p:ph idx="7" type="body"/>
          </p:nvPr>
        </p:nvSpPr>
        <p:spPr>
          <a:xfrm>
            <a:off x="6113495" y="1767897"/>
            <a:ext cx="16812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0" name="Google Shape;1010;g31393e525ae_1_3189"/>
          <p:cNvSpPr txBox="1"/>
          <p:nvPr>
            <p:ph idx="8" type="body"/>
          </p:nvPr>
        </p:nvSpPr>
        <p:spPr>
          <a:xfrm>
            <a:off x="6189088" y="2753338"/>
            <a:ext cx="1519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11" name="Google Shape;1011;g31393e525ae_1_3189"/>
          <p:cNvSpPr txBox="1"/>
          <p:nvPr>
            <p:ph idx="9" type="body"/>
          </p:nvPr>
        </p:nvSpPr>
        <p:spPr>
          <a:xfrm>
            <a:off x="6067696" y="1537655"/>
            <a:ext cx="15198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0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12" name="Google Shape;1012;g31393e525ae_1_3189"/>
          <p:cNvSpPr txBox="1"/>
          <p:nvPr>
            <p:ph idx="13" type="body"/>
          </p:nvPr>
        </p:nvSpPr>
        <p:spPr>
          <a:xfrm>
            <a:off x="8714444" y="2049128"/>
            <a:ext cx="2010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3" name="Google Shape;1013;g31393e525ae_1_3189"/>
          <p:cNvSpPr txBox="1"/>
          <p:nvPr>
            <p:ph idx="14" type="body"/>
          </p:nvPr>
        </p:nvSpPr>
        <p:spPr>
          <a:xfrm>
            <a:off x="8981735" y="3034569"/>
            <a:ext cx="1519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14" name="Google Shape;1014;g31393e525ae_1_3189"/>
          <p:cNvSpPr txBox="1"/>
          <p:nvPr>
            <p:ph idx="15" type="body"/>
          </p:nvPr>
        </p:nvSpPr>
        <p:spPr>
          <a:xfrm>
            <a:off x="9089050" y="1818886"/>
            <a:ext cx="15198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  <a:defRPr b="0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with Subtitle">
  <p:cSld name="Two Content with Subtitle"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1393e525ae_1_32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7" name="Google Shape;1017;g31393e525ae_1_3217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8" name="Google Shape;1018;g31393e525ae_1_3217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9" name="Google Shape;1019;g31393e525ae_1_3217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0" name="Google Shape;1020;g31393e525ae_1_3217"/>
          <p:cNvSpPr txBox="1"/>
          <p:nvPr>
            <p:ph type="title"/>
          </p:nvPr>
        </p:nvSpPr>
        <p:spPr>
          <a:xfrm>
            <a:off x="6096000" y="707529"/>
            <a:ext cx="5314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1" name="Google Shape;1021;g31393e525ae_1_3217"/>
          <p:cNvSpPr txBox="1"/>
          <p:nvPr>
            <p:ph idx="1" type="body"/>
          </p:nvPr>
        </p:nvSpPr>
        <p:spPr>
          <a:xfrm>
            <a:off x="6096000" y="1625821"/>
            <a:ext cx="5292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22" name="Google Shape;1022;g31393e525ae_1_3217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23" name="Google Shape;1023;g31393e525ae_1_3217"/>
          <p:cNvGrpSpPr/>
          <p:nvPr/>
        </p:nvGrpSpPr>
        <p:grpSpPr>
          <a:xfrm flipH="1">
            <a:off x="6096278" y="1383372"/>
            <a:ext cx="6095754" cy="100800"/>
            <a:chOff x="646015" y="3248308"/>
            <a:chExt cx="3107700" cy="100800"/>
          </a:xfrm>
        </p:grpSpPr>
        <p:cxnSp>
          <p:nvCxnSpPr>
            <p:cNvPr id="1024" name="Google Shape;1024;g31393e525ae_1_3217"/>
            <p:cNvCxnSpPr/>
            <p:nvPr/>
          </p:nvCxnSpPr>
          <p:spPr>
            <a:xfrm>
              <a:off x="646015" y="3290538"/>
              <a:ext cx="31077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5" name="Google Shape;1025;g31393e525ae_1_3217"/>
            <p:cNvSpPr/>
            <p:nvPr/>
          </p:nvSpPr>
          <p:spPr>
            <a:xfrm>
              <a:off x="3702376" y="3248308"/>
              <a:ext cx="513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026" name="Google Shape;1026;g31393e525ae_1_3217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7" name="Google Shape;1027;g31393e525ae_1_3217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28" name="Google Shape;1028;g31393e525ae_1_3217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9" name="Google Shape;1029;g31393e525ae_1_3217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0" name="Google Shape;1030;g31393e525ae_1_3217"/>
          <p:cNvSpPr txBox="1"/>
          <p:nvPr>
            <p:ph idx="3" type="body"/>
          </p:nvPr>
        </p:nvSpPr>
        <p:spPr>
          <a:xfrm>
            <a:off x="831851" y="3335524"/>
            <a:ext cx="4817700" cy="2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31" name="Google Shape;1031;g31393e525ae_1_3217"/>
          <p:cNvSpPr txBox="1"/>
          <p:nvPr>
            <p:ph idx="4" type="body"/>
          </p:nvPr>
        </p:nvSpPr>
        <p:spPr>
          <a:xfrm>
            <a:off x="831850" y="2905291"/>
            <a:ext cx="2915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32" name="Google Shape;1032;g31393e525ae_1_3217"/>
          <p:cNvSpPr txBox="1"/>
          <p:nvPr>
            <p:ph idx="5" type="body"/>
          </p:nvPr>
        </p:nvSpPr>
        <p:spPr>
          <a:xfrm>
            <a:off x="6098826" y="3335524"/>
            <a:ext cx="5311200" cy="2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33" name="Google Shape;1033;g31393e525ae_1_3217"/>
          <p:cNvSpPr txBox="1"/>
          <p:nvPr>
            <p:ph idx="6" type="body"/>
          </p:nvPr>
        </p:nvSpPr>
        <p:spPr>
          <a:xfrm>
            <a:off x="6098826" y="2905291"/>
            <a:ext cx="2915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Layout">
  <p:cSld name="Chart Layout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1393e525ae_1_32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6" name="Google Shape;1036;g31393e525ae_1_3236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7" name="Google Shape;1037;g31393e525ae_1_3236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8" name="Google Shape;1038;g31393e525ae_1_3236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9" name="Google Shape;1039;g31393e525ae_1_3236"/>
          <p:cNvSpPr txBox="1"/>
          <p:nvPr>
            <p:ph type="title"/>
          </p:nvPr>
        </p:nvSpPr>
        <p:spPr>
          <a:xfrm>
            <a:off x="806105" y="707529"/>
            <a:ext cx="3704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40" name="Google Shape;1040;g31393e525ae_1_3236"/>
          <p:cNvGrpSpPr/>
          <p:nvPr/>
        </p:nvGrpSpPr>
        <p:grpSpPr>
          <a:xfrm>
            <a:off x="-37" y="1374243"/>
            <a:ext cx="4318768" cy="100800"/>
            <a:chOff x="646012" y="3239179"/>
            <a:chExt cx="2201768" cy="100800"/>
          </a:xfrm>
        </p:grpSpPr>
        <p:cxnSp>
          <p:nvCxnSpPr>
            <p:cNvPr id="1041" name="Google Shape;1041;g31393e525ae_1_3236"/>
            <p:cNvCxnSpPr/>
            <p:nvPr/>
          </p:nvCxnSpPr>
          <p:spPr>
            <a:xfrm>
              <a:off x="646012" y="3290538"/>
              <a:ext cx="21657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2" name="Google Shape;1042;g31393e525ae_1_3236"/>
            <p:cNvSpPr/>
            <p:nvPr/>
          </p:nvSpPr>
          <p:spPr>
            <a:xfrm>
              <a:off x="2796480" y="3239179"/>
              <a:ext cx="513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043" name="Google Shape;1043;g31393e525ae_1_3236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4" name="Google Shape;1044;g31393e525ae_1_3236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45" name="Google Shape;1045;g31393e525ae_1_3236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6" name="Google Shape;1046;g31393e525ae_1_3236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descr="Competitors logos quadrant" id="1047" name="Google Shape;1047;g31393e525ae_1_3236"/>
          <p:cNvSpPr/>
          <p:nvPr>
            <p:ph idx="2" type="pic"/>
          </p:nvPr>
        </p:nvSpPr>
        <p:spPr>
          <a:xfrm>
            <a:off x="3928670" y="2872719"/>
            <a:ext cx="1772100" cy="77730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1048" name="Google Shape;1048;g31393e525ae_1_3236"/>
          <p:cNvSpPr/>
          <p:nvPr>
            <p:ph idx="3" type="pic"/>
          </p:nvPr>
        </p:nvSpPr>
        <p:spPr>
          <a:xfrm>
            <a:off x="806105" y="2171148"/>
            <a:ext cx="1655100" cy="77730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1049" name="Google Shape;1049;g31393e525ae_1_3236"/>
          <p:cNvSpPr/>
          <p:nvPr>
            <p:ph idx="4" type="pic"/>
          </p:nvPr>
        </p:nvSpPr>
        <p:spPr>
          <a:xfrm>
            <a:off x="2729582" y="4456262"/>
            <a:ext cx="1772100" cy="77730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1050" name="Google Shape;1050;g31393e525ae_1_3236"/>
          <p:cNvSpPr/>
          <p:nvPr>
            <p:ph idx="5" type="pic"/>
          </p:nvPr>
        </p:nvSpPr>
        <p:spPr>
          <a:xfrm>
            <a:off x="6829546" y="2770168"/>
            <a:ext cx="1772100" cy="77730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1051" name="Google Shape;1051;g31393e525ae_1_3236"/>
          <p:cNvSpPr/>
          <p:nvPr>
            <p:ph idx="6" type="pic"/>
          </p:nvPr>
        </p:nvSpPr>
        <p:spPr>
          <a:xfrm>
            <a:off x="6610067" y="4588832"/>
            <a:ext cx="1772100" cy="777300"/>
          </a:xfrm>
          <a:prstGeom prst="rect">
            <a:avLst/>
          </a:prstGeom>
          <a:noFill/>
          <a:ln>
            <a:noFill/>
          </a:ln>
        </p:spPr>
      </p:sp>
      <p:sp>
        <p:nvSpPr>
          <p:cNvPr descr="Competitors logos quadrant" id="1052" name="Google Shape;1052;g31393e525ae_1_3236"/>
          <p:cNvSpPr/>
          <p:nvPr>
            <p:ph idx="7" type="pic"/>
          </p:nvPr>
        </p:nvSpPr>
        <p:spPr>
          <a:xfrm>
            <a:off x="9571158" y="4977452"/>
            <a:ext cx="1772100" cy="77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g31393e525ae_1_3236"/>
          <p:cNvSpPr txBox="1"/>
          <p:nvPr>
            <p:ph idx="1" type="body"/>
          </p:nvPr>
        </p:nvSpPr>
        <p:spPr>
          <a:xfrm>
            <a:off x="789869" y="3642757"/>
            <a:ext cx="27417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4" name="Google Shape;1054;g31393e525ae_1_3236"/>
          <p:cNvSpPr txBox="1"/>
          <p:nvPr>
            <p:ph idx="8" type="body"/>
          </p:nvPr>
        </p:nvSpPr>
        <p:spPr>
          <a:xfrm>
            <a:off x="6315481" y="5884080"/>
            <a:ext cx="27417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5" name="Google Shape;1055;g31393e525ae_1_3236"/>
          <p:cNvSpPr txBox="1"/>
          <p:nvPr>
            <p:ph idx="9" type="body"/>
          </p:nvPr>
        </p:nvSpPr>
        <p:spPr>
          <a:xfrm>
            <a:off x="6315481" y="1343118"/>
            <a:ext cx="27417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6" name="Google Shape;1056;g31393e525ae_1_3236"/>
          <p:cNvSpPr/>
          <p:nvPr>
            <p:ph idx="13" type="pic"/>
          </p:nvPr>
        </p:nvSpPr>
        <p:spPr>
          <a:xfrm>
            <a:off x="9417999" y="1977257"/>
            <a:ext cx="1481400" cy="759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g31393e525ae_1_3236"/>
          <p:cNvSpPr txBox="1"/>
          <p:nvPr>
            <p:ph idx="14" type="body"/>
          </p:nvPr>
        </p:nvSpPr>
        <p:spPr>
          <a:xfrm>
            <a:off x="8651686" y="3642757"/>
            <a:ext cx="27417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058" name="Google Shape;1058;g31393e525ae_1_3236"/>
          <p:cNvGrpSpPr/>
          <p:nvPr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1059" name="Google Shape;1059;g31393e525ae_1_3236"/>
            <p:cNvCxnSpPr/>
            <p:nvPr/>
          </p:nvCxnSpPr>
          <p:spPr>
            <a:xfrm rot="-5400000">
              <a:off x="3389401" y="4151400"/>
              <a:ext cx="54132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0" name="Google Shape;1060;g31393e525ae_1_3236"/>
            <p:cNvSpPr/>
            <p:nvPr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061" name="Google Shape;1061;g31393e525ae_1_3236"/>
          <p:cNvGrpSpPr/>
          <p:nvPr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1062" name="Google Shape;1062;g31393e525ae_1_3236"/>
            <p:cNvCxnSpPr/>
            <p:nvPr/>
          </p:nvCxnSpPr>
          <p:spPr>
            <a:xfrm rot="-5400000">
              <a:off x="408032" y="7082102"/>
              <a:ext cx="113760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3" name="Google Shape;1063;g31393e525ae_1_3236"/>
            <p:cNvSpPr/>
            <p:nvPr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ection Content Layout">
  <p:cSld name="Three Section Content Layout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1393e525ae_1_32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6" name="Google Shape;1066;g31393e525ae_1_3266"/>
          <p:cNvSpPr txBox="1"/>
          <p:nvPr>
            <p:ph type="title"/>
          </p:nvPr>
        </p:nvSpPr>
        <p:spPr>
          <a:xfrm>
            <a:off x="803277" y="1512271"/>
            <a:ext cx="28281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7" name="Google Shape;1067;g31393e525ae_1_3266"/>
          <p:cNvSpPr txBox="1"/>
          <p:nvPr>
            <p:ph idx="1" type="body"/>
          </p:nvPr>
        </p:nvSpPr>
        <p:spPr>
          <a:xfrm>
            <a:off x="826771" y="3148315"/>
            <a:ext cx="2217000" cy="2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68" name="Google Shape;1068;g31393e525ae_1_3266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9" name="Google Shape;1069;g31393e525ae_1_3266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0" name="Google Shape;1070;g31393e525ae_1_3266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1" name="Google Shape;1071;g31393e525ae_1_3266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72" name="Google Shape;1072;g31393e525ae_1_3266"/>
          <p:cNvGrpSpPr/>
          <p:nvPr/>
        </p:nvGrpSpPr>
        <p:grpSpPr>
          <a:xfrm>
            <a:off x="0" y="2897696"/>
            <a:ext cx="3360726" cy="100800"/>
            <a:chOff x="0" y="3240138"/>
            <a:chExt cx="3360726" cy="100800"/>
          </a:xfrm>
        </p:grpSpPr>
        <p:cxnSp>
          <p:nvCxnSpPr>
            <p:cNvPr id="1073" name="Google Shape;1073;g31393e525ae_1_3266"/>
            <p:cNvCxnSpPr/>
            <p:nvPr/>
          </p:nvCxnSpPr>
          <p:spPr>
            <a:xfrm>
              <a:off x="0" y="3290538"/>
              <a:ext cx="3276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4" name="Google Shape;1074;g31393e525ae_1_3266"/>
            <p:cNvSpPr/>
            <p:nvPr/>
          </p:nvSpPr>
          <p:spPr>
            <a:xfrm>
              <a:off x="3259926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075" name="Google Shape;1075;g31393e525ae_1_3266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76" name="Google Shape;1076;g31393e525ae_1_3266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7" name="Google Shape;1077;g31393e525ae_1_3266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78" name="Google Shape;1078;g31393e525ae_1_3266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9" name="Google Shape;1079;g31393e525ae_1_3266"/>
          <p:cNvSpPr/>
          <p:nvPr>
            <p:ph idx="3" type="body"/>
          </p:nvPr>
        </p:nvSpPr>
        <p:spPr>
          <a:xfrm>
            <a:off x="4475261" y="2631676"/>
            <a:ext cx="978300" cy="978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7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0" name="Google Shape;1080;g31393e525ae_1_3266"/>
          <p:cNvSpPr/>
          <p:nvPr>
            <p:ph idx="4" type="body"/>
          </p:nvPr>
        </p:nvSpPr>
        <p:spPr>
          <a:xfrm>
            <a:off x="7436251" y="2015540"/>
            <a:ext cx="978300" cy="978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36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1" name="Google Shape;1081;g31393e525ae_1_3266"/>
          <p:cNvSpPr/>
          <p:nvPr>
            <p:ph idx="5" type="body"/>
          </p:nvPr>
        </p:nvSpPr>
        <p:spPr>
          <a:xfrm>
            <a:off x="10397240" y="1239687"/>
            <a:ext cx="978300" cy="978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36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82" name="Google Shape;1082;g31393e525ae_1_3266"/>
          <p:cNvCxnSpPr/>
          <p:nvPr/>
        </p:nvCxnSpPr>
        <p:spPr>
          <a:xfrm rot="-5400000">
            <a:off x="4068065" y="1728891"/>
            <a:ext cx="1792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3" name="Google Shape;1083;g31393e525ae_1_3266"/>
          <p:cNvCxnSpPr/>
          <p:nvPr/>
        </p:nvCxnSpPr>
        <p:spPr>
          <a:xfrm>
            <a:off x="4964465" y="836613"/>
            <a:ext cx="592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4" name="Google Shape;1084;g31393e525ae_1_3266"/>
          <p:cNvCxnSpPr/>
          <p:nvPr/>
        </p:nvCxnSpPr>
        <p:spPr>
          <a:xfrm rot="-5400000">
            <a:off x="10688444" y="1030491"/>
            <a:ext cx="3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5" name="Google Shape;1085;g31393e525ae_1_3266"/>
          <p:cNvCxnSpPr/>
          <p:nvPr/>
        </p:nvCxnSpPr>
        <p:spPr>
          <a:xfrm rot="10800000">
            <a:off x="7925455" y="837440"/>
            <a:ext cx="0" cy="117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6" name="Google Shape;1086;g31393e525ae_1_3266"/>
          <p:cNvSpPr txBox="1"/>
          <p:nvPr>
            <p:ph idx="6" type="body"/>
          </p:nvPr>
        </p:nvSpPr>
        <p:spPr>
          <a:xfrm>
            <a:off x="3151266" y="4543170"/>
            <a:ext cx="25893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87" name="Google Shape;1087;g31393e525ae_1_3266"/>
          <p:cNvSpPr txBox="1"/>
          <p:nvPr>
            <p:ph idx="7" type="body"/>
          </p:nvPr>
        </p:nvSpPr>
        <p:spPr>
          <a:xfrm>
            <a:off x="3151265" y="4246467"/>
            <a:ext cx="241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88" name="Google Shape;1088;g31393e525ae_1_3266"/>
          <p:cNvSpPr txBox="1"/>
          <p:nvPr>
            <p:ph idx="8" type="body"/>
          </p:nvPr>
        </p:nvSpPr>
        <p:spPr>
          <a:xfrm>
            <a:off x="3151265" y="3883902"/>
            <a:ext cx="2415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89" name="Google Shape;1089;g31393e525ae_1_3266"/>
          <p:cNvSpPr txBox="1"/>
          <p:nvPr>
            <p:ph idx="9" type="body"/>
          </p:nvPr>
        </p:nvSpPr>
        <p:spPr>
          <a:xfrm>
            <a:off x="6048861" y="3849559"/>
            <a:ext cx="25893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90" name="Google Shape;1090;g31393e525ae_1_3266"/>
          <p:cNvSpPr txBox="1"/>
          <p:nvPr>
            <p:ph idx="13" type="body"/>
          </p:nvPr>
        </p:nvSpPr>
        <p:spPr>
          <a:xfrm>
            <a:off x="6048860" y="3552857"/>
            <a:ext cx="241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91" name="Google Shape;1091;g31393e525ae_1_3266"/>
          <p:cNvSpPr txBox="1"/>
          <p:nvPr>
            <p:ph idx="14" type="body"/>
          </p:nvPr>
        </p:nvSpPr>
        <p:spPr>
          <a:xfrm>
            <a:off x="6048860" y="3190292"/>
            <a:ext cx="2415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92" name="Google Shape;1092;g31393e525ae_1_3266"/>
          <p:cNvSpPr txBox="1"/>
          <p:nvPr>
            <p:ph idx="15" type="body"/>
          </p:nvPr>
        </p:nvSpPr>
        <p:spPr>
          <a:xfrm>
            <a:off x="8975159" y="3147170"/>
            <a:ext cx="2589300" cy="2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93" name="Google Shape;1093;g31393e525ae_1_3266"/>
          <p:cNvSpPr txBox="1"/>
          <p:nvPr>
            <p:ph idx="16" type="body"/>
          </p:nvPr>
        </p:nvSpPr>
        <p:spPr>
          <a:xfrm>
            <a:off x="8975158" y="2850467"/>
            <a:ext cx="2415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094" name="Google Shape;1094;g31393e525ae_1_3266"/>
          <p:cNvSpPr txBox="1"/>
          <p:nvPr>
            <p:ph idx="17" type="body"/>
          </p:nvPr>
        </p:nvSpPr>
        <p:spPr>
          <a:xfrm>
            <a:off x="8975158" y="2487902"/>
            <a:ext cx="2415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Chart Content Layout">
  <p:cSld name="Table and Chart Content Layout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1393e525ae_1_32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7" name="Google Shape;1097;g31393e525ae_1_3297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8" name="Google Shape;1098;g31393e525ae_1_3297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9" name="Google Shape;1099;g31393e525ae_1_3297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0" name="Google Shape;1100;g31393e525ae_1_3297"/>
          <p:cNvSpPr txBox="1"/>
          <p:nvPr>
            <p:ph type="title"/>
          </p:nvPr>
        </p:nvSpPr>
        <p:spPr>
          <a:xfrm>
            <a:off x="6096000" y="707529"/>
            <a:ext cx="5314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1" name="Google Shape;1101;g31393e525ae_1_3297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02" name="Google Shape;1102;g31393e525ae_1_3297"/>
          <p:cNvGrpSpPr/>
          <p:nvPr/>
        </p:nvGrpSpPr>
        <p:grpSpPr>
          <a:xfrm flipH="1">
            <a:off x="6096278" y="1383372"/>
            <a:ext cx="6095754" cy="100800"/>
            <a:chOff x="646015" y="3248308"/>
            <a:chExt cx="3107700" cy="100800"/>
          </a:xfrm>
        </p:grpSpPr>
        <p:cxnSp>
          <p:nvCxnSpPr>
            <p:cNvPr id="1103" name="Google Shape;1103;g31393e525ae_1_3297"/>
            <p:cNvCxnSpPr/>
            <p:nvPr/>
          </p:nvCxnSpPr>
          <p:spPr>
            <a:xfrm>
              <a:off x="646015" y="3290538"/>
              <a:ext cx="31077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04" name="Google Shape;1104;g31393e525ae_1_3297"/>
            <p:cNvSpPr/>
            <p:nvPr/>
          </p:nvSpPr>
          <p:spPr>
            <a:xfrm>
              <a:off x="3702376" y="3248308"/>
              <a:ext cx="513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105" name="Google Shape;1105;g31393e525ae_1_3297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6" name="Google Shape;1106;g31393e525ae_1_3297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07" name="Google Shape;1107;g31393e525ae_1_3297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8" name="Google Shape;1108;g31393e525ae_1_3297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9" name="Google Shape;1109;g31393e525ae_1_3297"/>
          <p:cNvSpPr txBox="1"/>
          <p:nvPr>
            <p:ph idx="1" type="body"/>
          </p:nvPr>
        </p:nvSpPr>
        <p:spPr>
          <a:xfrm>
            <a:off x="831850" y="2031832"/>
            <a:ext cx="2915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10" name="Google Shape;1110;g31393e525ae_1_3297"/>
          <p:cNvSpPr txBox="1"/>
          <p:nvPr>
            <p:ph idx="3" type="body"/>
          </p:nvPr>
        </p:nvSpPr>
        <p:spPr>
          <a:xfrm>
            <a:off x="6096000" y="2031832"/>
            <a:ext cx="2915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11" name="Google Shape;1111;g31393e525ae_1_3297"/>
          <p:cNvSpPr txBox="1"/>
          <p:nvPr>
            <p:ph idx="4" type="body"/>
          </p:nvPr>
        </p:nvSpPr>
        <p:spPr>
          <a:xfrm>
            <a:off x="803275" y="2524125"/>
            <a:ext cx="49704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2" name="Google Shape;1112;g31393e525ae_1_3297"/>
          <p:cNvSpPr txBox="1"/>
          <p:nvPr>
            <p:ph idx="5" type="body"/>
          </p:nvPr>
        </p:nvSpPr>
        <p:spPr>
          <a:xfrm>
            <a:off x="6096000" y="2524125"/>
            <a:ext cx="49704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Content Layout">
  <p:cSld name="Timeline Content Layout"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1393e525ae_1_33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15" name="Google Shape;1115;g31393e525ae_1_3315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6" name="Google Shape;1116;g31393e525ae_1_3315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7" name="Google Shape;1117;g31393e525ae_1_3315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8" name="Google Shape;1118;g31393e525ae_1_3315"/>
          <p:cNvSpPr txBox="1"/>
          <p:nvPr>
            <p:ph type="title"/>
          </p:nvPr>
        </p:nvSpPr>
        <p:spPr>
          <a:xfrm>
            <a:off x="8736466" y="707529"/>
            <a:ext cx="26736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9" name="Google Shape;1119;g31393e525ae_1_3315"/>
          <p:cNvSpPr txBox="1"/>
          <p:nvPr>
            <p:ph idx="1" type="body"/>
          </p:nvPr>
        </p:nvSpPr>
        <p:spPr>
          <a:xfrm>
            <a:off x="9147803" y="1625821"/>
            <a:ext cx="22623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20" name="Google Shape;1120;g31393e525ae_1_3315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21" name="Google Shape;1121;g31393e525ae_1_3315"/>
          <p:cNvGrpSpPr/>
          <p:nvPr/>
        </p:nvGrpSpPr>
        <p:grpSpPr>
          <a:xfrm flipH="1">
            <a:off x="9186207" y="1375202"/>
            <a:ext cx="3005677" cy="100800"/>
            <a:chOff x="2729180" y="3240138"/>
            <a:chExt cx="1532258" cy="100800"/>
          </a:xfrm>
        </p:grpSpPr>
        <p:cxnSp>
          <p:nvCxnSpPr>
            <p:cNvPr id="1122" name="Google Shape;1122;g31393e525ae_1_3315"/>
            <p:cNvCxnSpPr/>
            <p:nvPr/>
          </p:nvCxnSpPr>
          <p:spPr>
            <a:xfrm>
              <a:off x="2729180" y="3290538"/>
              <a:ext cx="15048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23" name="Google Shape;1123;g31393e525ae_1_3315"/>
            <p:cNvSpPr/>
            <p:nvPr/>
          </p:nvSpPr>
          <p:spPr>
            <a:xfrm>
              <a:off x="4210138" y="3240138"/>
              <a:ext cx="513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124" name="Google Shape;1124;g31393e525ae_1_3315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5" name="Google Shape;1125;g31393e525ae_1_3315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26" name="Google Shape;1126;g31393e525ae_1_3315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7" name="Google Shape;1127;g31393e525ae_1_3315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8" name="Google Shape;1128;g31393e525ae_1_3315"/>
          <p:cNvSpPr txBox="1"/>
          <p:nvPr>
            <p:ph idx="3" type="body"/>
          </p:nvPr>
        </p:nvSpPr>
        <p:spPr>
          <a:xfrm>
            <a:off x="2618284" y="685667"/>
            <a:ext cx="2616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9" name="Google Shape;1129;g31393e525ae_1_3315"/>
          <p:cNvSpPr txBox="1"/>
          <p:nvPr>
            <p:ph idx="4" type="body"/>
          </p:nvPr>
        </p:nvSpPr>
        <p:spPr>
          <a:xfrm>
            <a:off x="5930241" y="1079309"/>
            <a:ext cx="2810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30" name="Google Shape;1130;g31393e525ae_1_3315"/>
          <p:cNvSpPr txBox="1"/>
          <p:nvPr>
            <p:ph idx="5" type="body"/>
          </p:nvPr>
        </p:nvSpPr>
        <p:spPr>
          <a:xfrm>
            <a:off x="5930241" y="786637"/>
            <a:ext cx="281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1131" name="Google Shape;1131;g31393e525ae_1_3315"/>
          <p:cNvCxnSpPr/>
          <p:nvPr/>
        </p:nvCxnSpPr>
        <p:spPr>
          <a:xfrm rot="-5400000">
            <a:off x="2094269" y="3429000"/>
            <a:ext cx="685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2" name="Google Shape;1132;g31393e525ae_1_3315"/>
          <p:cNvSpPr/>
          <p:nvPr/>
        </p:nvSpPr>
        <p:spPr>
          <a:xfrm>
            <a:off x="5372392" y="959827"/>
            <a:ext cx="301800" cy="3018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3" name="Google Shape;1133;g31393e525ae_1_3315"/>
          <p:cNvSpPr/>
          <p:nvPr/>
        </p:nvSpPr>
        <p:spPr>
          <a:xfrm>
            <a:off x="5372392" y="5362327"/>
            <a:ext cx="301800" cy="3018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4" name="Google Shape;1134;g31393e525ae_1_3315"/>
          <p:cNvSpPr/>
          <p:nvPr/>
        </p:nvSpPr>
        <p:spPr>
          <a:xfrm>
            <a:off x="5372392" y="2427327"/>
            <a:ext cx="301800" cy="3018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5" name="Google Shape;1135;g31393e525ae_1_3315"/>
          <p:cNvSpPr/>
          <p:nvPr/>
        </p:nvSpPr>
        <p:spPr>
          <a:xfrm>
            <a:off x="5372392" y="3894827"/>
            <a:ext cx="301800" cy="3018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6" name="Google Shape;1136;g31393e525ae_1_3315"/>
          <p:cNvSpPr txBox="1"/>
          <p:nvPr>
            <p:ph idx="6" type="body"/>
          </p:nvPr>
        </p:nvSpPr>
        <p:spPr>
          <a:xfrm>
            <a:off x="5930241" y="2532448"/>
            <a:ext cx="2810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37" name="Google Shape;1137;g31393e525ae_1_3315"/>
          <p:cNvSpPr txBox="1"/>
          <p:nvPr>
            <p:ph idx="7" type="body"/>
          </p:nvPr>
        </p:nvSpPr>
        <p:spPr>
          <a:xfrm>
            <a:off x="5930241" y="2239776"/>
            <a:ext cx="281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38" name="Google Shape;1138;g31393e525ae_1_3315"/>
          <p:cNvSpPr txBox="1"/>
          <p:nvPr>
            <p:ph idx="8" type="body"/>
          </p:nvPr>
        </p:nvSpPr>
        <p:spPr>
          <a:xfrm>
            <a:off x="5930241" y="3985587"/>
            <a:ext cx="2810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39" name="Google Shape;1139;g31393e525ae_1_3315"/>
          <p:cNvSpPr txBox="1"/>
          <p:nvPr>
            <p:ph idx="9" type="body"/>
          </p:nvPr>
        </p:nvSpPr>
        <p:spPr>
          <a:xfrm>
            <a:off x="5930241" y="3692915"/>
            <a:ext cx="281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40" name="Google Shape;1140;g31393e525ae_1_3315"/>
          <p:cNvSpPr txBox="1"/>
          <p:nvPr>
            <p:ph idx="13" type="body"/>
          </p:nvPr>
        </p:nvSpPr>
        <p:spPr>
          <a:xfrm>
            <a:off x="5930241" y="5438727"/>
            <a:ext cx="2810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41" name="Google Shape;1141;g31393e525ae_1_3315"/>
          <p:cNvSpPr txBox="1"/>
          <p:nvPr>
            <p:ph idx="14" type="body"/>
          </p:nvPr>
        </p:nvSpPr>
        <p:spPr>
          <a:xfrm>
            <a:off x="5930241" y="5146055"/>
            <a:ext cx="2810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42" name="Google Shape;1142;g31393e525ae_1_3315"/>
          <p:cNvSpPr txBox="1"/>
          <p:nvPr>
            <p:ph idx="15" type="body"/>
          </p:nvPr>
        </p:nvSpPr>
        <p:spPr>
          <a:xfrm>
            <a:off x="2618284" y="2153566"/>
            <a:ext cx="2616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3" name="Google Shape;1143;g31393e525ae_1_3315"/>
          <p:cNvSpPr txBox="1"/>
          <p:nvPr>
            <p:ph idx="16" type="body"/>
          </p:nvPr>
        </p:nvSpPr>
        <p:spPr>
          <a:xfrm>
            <a:off x="2618284" y="3621465"/>
            <a:ext cx="2616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4" name="Google Shape;1144;g31393e525ae_1_3315"/>
          <p:cNvSpPr txBox="1"/>
          <p:nvPr>
            <p:ph idx="17" type="body"/>
          </p:nvPr>
        </p:nvSpPr>
        <p:spPr>
          <a:xfrm>
            <a:off x="2618284" y="5089363"/>
            <a:ext cx="26163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Layout">
  <p:cSld name="Table Layout"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1393e525ae_1_33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7" name="Google Shape;1147;g31393e525ae_1_3347"/>
          <p:cNvSpPr txBox="1"/>
          <p:nvPr>
            <p:ph type="title"/>
          </p:nvPr>
        </p:nvSpPr>
        <p:spPr>
          <a:xfrm>
            <a:off x="803276" y="2260000"/>
            <a:ext cx="3911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8" name="Google Shape;1148;g31393e525ae_1_3347"/>
          <p:cNvSpPr txBox="1"/>
          <p:nvPr>
            <p:ph idx="1" type="body"/>
          </p:nvPr>
        </p:nvSpPr>
        <p:spPr>
          <a:xfrm>
            <a:off x="826770" y="3890303"/>
            <a:ext cx="32754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49" name="Google Shape;1149;g31393e525ae_1_3347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g31393e525ae_1_3347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1" name="Google Shape;1151;g31393e525ae_1_3347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2" name="Google Shape;1152;g31393e525ae_1_3347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53" name="Google Shape;1153;g31393e525ae_1_3347"/>
          <p:cNvGrpSpPr/>
          <p:nvPr/>
        </p:nvGrpSpPr>
        <p:grpSpPr>
          <a:xfrm>
            <a:off x="0" y="3598737"/>
            <a:ext cx="3764756" cy="100800"/>
            <a:chOff x="-1228304" y="3240138"/>
            <a:chExt cx="3764756" cy="100800"/>
          </a:xfrm>
        </p:grpSpPr>
        <p:cxnSp>
          <p:nvCxnSpPr>
            <p:cNvPr id="1154" name="Google Shape;1154;g31393e525ae_1_3347"/>
            <p:cNvCxnSpPr/>
            <p:nvPr/>
          </p:nvCxnSpPr>
          <p:spPr>
            <a:xfrm>
              <a:off x="-1228304" y="3290538"/>
              <a:ext cx="3672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55" name="Google Shape;1155;g31393e525ae_1_3347"/>
            <p:cNvSpPr/>
            <p:nvPr/>
          </p:nvSpPr>
          <p:spPr>
            <a:xfrm>
              <a:off x="2435652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156" name="Google Shape;1156;g31393e525ae_1_3347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57" name="Google Shape;1157;g31393e525ae_1_3347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8" name="Google Shape;1158;g31393e525ae_1_3347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59" name="Google Shape;1159;g31393e525ae_1_3347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ontent Layout">
  <p:cSld name="Team Content Layout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1393e525ae_1_33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2" name="Google Shape;1162;g31393e525ae_1_3362"/>
          <p:cNvSpPr txBox="1"/>
          <p:nvPr>
            <p:ph type="title"/>
          </p:nvPr>
        </p:nvSpPr>
        <p:spPr>
          <a:xfrm>
            <a:off x="803277" y="1608523"/>
            <a:ext cx="28281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3" name="Google Shape;1163;g31393e525ae_1_3362"/>
          <p:cNvSpPr txBox="1"/>
          <p:nvPr>
            <p:ph idx="1" type="body"/>
          </p:nvPr>
        </p:nvSpPr>
        <p:spPr>
          <a:xfrm>
            <a:off x="826771" y="3244567"/>
            <a:ext cx="2828100" cy="2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64" name="Google Shape;1164;g31393e525ae_1_3362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5" name="Google Shape;1165;g31393e525ae_1_3362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6" name="Google Shape;1166;g31393e525ae_1_3362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7" name="Google Shape;1167;g31393e525ae_1_3362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68" name="Google Shape;1168;g31393e525ae_1_3362"/>
          <p:cNvGrpSpPr/>
          <p:nvPr/>
        </p:nvGrpSpPr>
        <p:grpSpPr>
          <a:xfrm>
            <a:off x="0" y="2993948"/>
            <a:ext cx="2258048" cy="100800"/>
            <a:chOff x="0" y="3240138"/>
            <a:chExt cx="2258048" cy="100800"/>
          </a:xfrm>
        </p:grpSpPr>
        <p:cxnSp>
          <p:nvCxnSpPr>
            <p:cNvPr id="1169" name="Google Shape;1169;g31393e525ae_1_3362"/>
            <p:cNvCxnSpPr/>
            <p:nvPr/>
          </p:nvCxnSpPr>
          <p:spPr>
            <a:xfrm>
              <a:off x="0" y="3290538"/>
              <a:ext cx="2160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70" name="Google Shape;1170;g31393e525ae_1_3362"/>
            <p:cNvSpPr/>
            <p:nvPr/>
          </p:nvSpPr>
          <p:spPr>
            <a:xfrm>
              <a:off x="2157248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171" name="Google Shape;1171;g31393e525ae_1_3362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72" name="Google Shape;1172;g31393e525ae_1_3362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3" name="Google Shape;1173;g31393e525ae_1_3362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74" name="Google Shape;1174;g31393e525ae_1_3362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5" name="Google Shape;1175;g31393e525ae_1_3362"/>
          <p:cNvSpPr txBox="1"/>
          <p:nvPr>
            <p:ph idx="3" type="body"/>
          </p:nvPr>
        </p:nvSpPr>
        <p:spPr>
          <a:xfrm>
            <a:off x="4128617" y="4355032"/>
            <a:ext cx="20664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76" name="Google Shape;1176;g31393e525ae_1_3362"/>
          <p:cNvSpPr txBox="1"/>
          <p:nvPr>
            <p:ph idx="4" type="body"/>
          </p:nvPr>
        </p:nvSpPr>
        <p:spPr>
          <a:xfrm>
            <a:off x="4128616" y="4042831"/>
            <a:ext cx="2066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77" name="Google Shape;1177;g31393e525ae_1_3362"/>
          <p:cNvSpPr txBox="1"/>
          <p:nvPr>
            <p:ph idx="5" type="body"/>
          </p:nvPr>
        </p:nvSpPr>
        <p:spPr>
          <a:xfrm>
            <a:off x="4128616" y="3428999"/>
            <a:ext cx="206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78" name="Google Shape;1178;g31393e525ae_1_3362"/>
          <p:cNvSpPr/>
          <p:nvPr>
            <p:ph idx="6" type="pic"/>
          </p:nvPr>
        </p:nvSpPr>
        <p:spPr>
          <a:xfrm>
            <a:off x="4130072" y="1179843"/>
            <a:ext cx="2066400" cy="2066400"/>
          </a:xfrm>
          <a:prstGeom prst="ellipse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g31393e525ae_1_3362"/>
          <p:cNvSpPr/>
          <p:nvPr>
            <p:ph idx="7" type="pic"/>
          </p:nvPr>
        </p:nvSpPr>
        <p:spPr>
          <a:xfrm>
            <a:off x="9128072" y="1179843"/>
            <a:ext cx="2066400" cy="2066400"/>
          </a:xfrm>
          <a:prstGeom prst="ellipse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0" name="Google Shape;1180;g31393e525ae_1_3362"/>
          <p:cNvSpPr/>
          <p:nvPr>
            <p:ph idx="8" type="pic"/>
          </p:nvPr>
        </p:nvSpPr>
        <p:spPr>
          <a:xfrm>
            <a:off x="6629072" y="1179843"/>
            <a:ext cx="2066400" cy="2066400"/>
          </a:xfrm>
          <a:prstGeom prst="ellipse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g31393e525ae_1_3362"/>
          <p:cNvSpPr txBox="1"/>
          <p:nvPr>
            <p:ph idx="9" type="body"/>
          </p:nvPr>
        </p:nvSpPr>
        <p:spPr>
          <a:xfrm>
            <a:off x="9127048" y="4355032"/>
            <a:ext cx="20664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82" name="Google Shape;1182;g31393e525ae_1_3362"/>
          <p:cNvSpPr txBox="1"/>
          <p:nvPr>
            <p:ph idx="13" type="body"/>
          </p:nvPr>
        </p:nvSpPr>
        <p:spPr>
          <a:xfrm>
            <a:off x="9127047" y="4042831"/>
            <a:ext cx="2066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83" name="Google Shape;1183;g31393e525ae_1_3362"/>
          <p:cNvSpPr txBox="1"/>
          <p:nvPr>
            <p:ph idx="14" type="body"/>
          </p:nvPr>
        </p:nvSpPr>
        <p:spPr>
          <a:xfrm>
            <a:off x="9127047" y="3428999"/>
            <a:ext cx="206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84" name="Google Shape;1184;g31393e525ae_1_3362"/>
          <p:cNvSpPr txBox="1"/>
          <p:nvPr>
            <p:ph idx="15" type="body"/>
          </p:nvPr>
        </p:nvSpPr>
        <p:spPr>
          <a:xfrm>
            <a:off x="6629217" y="4355032"/>
            <a:ext cx="20664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85" name="Google Shape;1185;g31393e525ae_1_3362"/>
          <p:cNvSpPr txBox="1"/>
          <p:nvPr>
            <p:ph idx="16" type="body"/>
          </p:nvPr>
        </p:nvSpPr>
        <p:spPr>
          <a:xfrm>
            <a:off x="6629216" y="4042831"/>
            <a:ext cx="2066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b="0"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86" name="Google Shape;1186;g31393e525ae_1_3362"/>
          <p:cNvSpPr txBox="1"/>
          <p:nvPr>
            <p:ph idx="17" type="body"/>
          </p:nvPr>
        </p:nvSpPr>
        <p:spPr>
          <a:xfrm>
            <a:off x="6627903" y="3428999"/>
            <a:ext cx="206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1187" name="Google Shape;1187;g31393e525ae_1_3362"/>
          <p:cNvCxnSpPr/>
          <p:nvPr/>
        </p:nvCxnSpPr>
        <p:spPr>
          <a:xfrm>
            <a:off x="6195160" y="2217849"/>
            <a:ext cx="43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8" name="Google Shape;1188;g31393e525ae_1_3362"/>
          <p:cNvCxnSpPr/>
          <p:nvPr/>
        </p:nvCxnSpPr>
        <p:spPr>
          <a:xfrm>
            <a:off x="8703909" y="2216687"/>
            <a:ext cx="43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ontent Layout Slide">
  <p:cSld name="Team Content Layout Slide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1393e525ae_1_3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91" name="Google Shape;1191;g31393e525ae_1_339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2" name="Google Shape;1192;g31393e525ae_1_339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g31393e525ae_1_339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4" name="Google Shape;1194;g31393e525ae_1_3391"/>
          <p:cNvSpPr txBox="1"/>
          <p:nvPr>
            <p:ph type="title"/>
          </p:nvPr>
        </p:nvSpPr>
        <p:spPr>
          <a:xfrm>
            <a:off x="5104263" y="707529"/>
            <a:ext cx="6310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g31393e525ae_1_3391"/>
          <p:cNvSpPr txBox="1"/>
          <p:nvPr>
            <p:ph idx="1" type="body"/>
          </p:nvPr>
        </p:nvSpPr>
        <p:spPr>
          <a:xfrm>
            <a:off x="5104263" y="1625821"/>
            <a:ext cx="6289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196" name="Google Shape;1196;g31393e525ae_1_3391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97" name="Google Shape;1197;g31393e525ae_1_3391"/>
          <p:cNvGrpSpPr/>
          <p:nvPr/>
        </p:nvGrpSpPr>
        <p:grpSpPr>
          <a:xfrm flipH="1">
            <a:off x="7395408" y="1375202"/>
            <a:ext cx="4796603" cy="100800"/>
            <a:chOff x="439494" y="3240138"/>
            <a:chExt cx="2994882" cy="100800"/>
          </a:xfrm>
        </p:grpSpPr>
        <p:cxnSp>
          <p:nvCxnSpPr>
            <p:cNvPr id="1198" name="Google Shape;1198;g31393e525ae_1_3391"/>
            <p:cNvCxnSpPr/>
            <p:nvPr/>
          </p:nvCxnSpPr>
          <p:spPr>
            <a:xfrm>
              <a:off x="439494" y="3290538"/>
              <a:ext cx="29445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99" name="Google Shape;1199;g31393e525ae_1_3391"/>
            <p:cNvSpPr/>
            <p:nvPr/>
          </p:nvSpPr>
          <p:spPr>
            <a:xfrm>
              <a:off x="3368676" y="3240138"/>
              <a:ext cx="657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200" name="Google Shape;1200;g31393e525ae_1_3391"/>
          <p:cNvSpPr txBox="1"/>
          <p:nvPr>
            <p:ph idx="3" type="body"/>
          </p:nvPr>
        </p:nvSpPr>
        <p:spPr>
          <a:xfrm>
            <a:off x="1958968" y="3372939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1201" name="Google Shape;1201;g31393e525ae_1_3391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2" name="Google Shape;1202;g31393e525ae_1_3391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03" name="Google Shape;1203;g31393e525ae_1_3391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4" name="Google Shape;1204;g31393e525ae_1_3391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05" name="Google Shape;1205;g31393e525ae_1_3391"/>
          <p:cNvSpPr txBox="1"/>
          <p:nvPr>
            <p:ph idx="4" type="body"/>
          </p:nvPr>
        </p:nvSpPr>
        <p:spPr>
          <a:xfrm>
            <a:off x="1958968" y="2960253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06" name="Google Shape;1206;g31393e525ae_1_3391"/>
          <p:cNvSpPr/>
          <p:nvPr>
            <p:ph idx="5" type="pic"/>
          </p:nvPr>
        </p:nvSpPr>
        <p:spPr>
          <a:xfrm>
            <a:off x="721841" y="2764036"/>
            <a:ext cx="1106400" cy="1106400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207" name="Google Shape;1207;g31393e525ae_1_3391"/>
          <p:cNvCxnSpPr/>
          <p:nvPr/>
        </p:nvCxnSpPr>
        <p:spPr>
          <a:xfrm>
            <a:off x="0" y="3288596"/>
            <a:ext cx="72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8" name="Google Shape;1208;g31393e525ae_1_3391"/>
          <p:cNvSpPr txBox="1"/>
          <p:nvPr>
            <p:ph idx="6" type="body"/>
          </p:nvPr>
        </p:nvSpPr>
        <p:spPr>
          <a:xfrm>
            <a:off x="1957127" y="4800796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09" name="Google Shape;1209;g31393e525ae_1_3391"/>
          <p:cNvSpPr txBox="1"/>
          <p:nvPr>
            <p:ph idx="7" type="body"/>
          </p:nvPr>
        </p:nvSpPr>
        <p:spPr>
          <a:xfrm>
            <a:off x="1957127" y="4388110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0" name="Google Shape;1210;g31393e525ae_1_3391"/>
          <p:cNvSpPr/>
          <p:nvPr>
            <p:ph idx="8" type="pic"/>
          </p:nvPr>
        </p:nvSpPr>
        <p:spPr>
          <a:xfrm>
            <a:off x="720000" y="4191893"/>
            <a:ext cx="1106400" cy="1106400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211" name="Google Shape;1211;g31393e525ae_1_3391"/>
          <p:cNvCxnSpPr/>
          <p:nvPr/>
        </p:nvCxnSpPr>
        <p:spPr>
          <a:xfrm rot="-5400000">
            <a:off x="1111670" y="4028309"/>
            <a:ext cx="32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2" name="Google Shape;1212;g31393e525ae_1_3391"/>
          <p:cNvSpPr txBox="1"/>
          <p:nvPr>
            <p:ph idx="9" type="body"/>
          </p:nvPr>
        </p:nvSpPr>
        <p:spPr>
          <a:xfrm>
            <a:off x="5708709" y="3372939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3" name="Google Shape;1213;g31393e525ae_1_3391"/>
          <p:cNvSpPr txBox="1"/>
          <p:nvPr>
            <p:ph idx="13" type="body"/>
          </p:nvPr>
        </p:nvSpPr>
        <p:spPr>
          <a:xfrm>
            <a:off x="5708709" y="2960253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4" name="Google Shape;1214;g31393e525ae_1_3391"/>
          <p:cNvSpPr txBox="1"/>
          <p:nvPr>
            <p:ph idx="14" type="body"/>
          </p:nvPr>
        </p:nvSpPr>
        <p:spPr>
          <a:xfrm>
            <a:off x="5704578" y="4800796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5" name="Google Shape;1215;g31393e525ae_1_3391"/>
          <p:cNvSpPr txBox="1"/>
          <p:nvPr>
            <p:ph idx="15" type="body"/>
          </p:nvPr>
        </p:nvSpPr>
        <p:spPr>
          <a:xfrm>
            <a:off x="5704578" y="4388110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6" name="Google Shape;1216;g31393e525ae_1_3391"/>
          <p:cNvSpPr txBox="1"/>
          <p:nvPr>
            <p:ph idx="16" type="body"/>
          </p:nvPr>
        </p:nvSpPr>
        <p:spPr>
          <a:xfrm>
            <a:off x="9453870" y="3372939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7" name="Google Shape;1217;g31393e525ae_1_3391"/>
          <p:cNvSpPr txBox="1"/>
          <p:nvPr>
            <p:ph idx="17" type="body"/>
          </p:nvPr>
        </p:nvSpPr>
        <p:spPr>
          <a:xfrm>
            <a:off x="9453870" y="2960253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8" name="Google Shape;1218;g31393e525ae_1_3391"/>
          <p:cNvSpPr txBox="1"/>
          <p:nvPr>
            <p:ph idx="18" type="body"/>
          </p:nvPr>
        </p:nvSpPr>
        <p:spPr>
          <a:xfrm>
            <a:off x="9452029" y="4800796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19" name="Google Shape;1219;g31393e525ae_1_3391"/>
          <p:cNvSpPr txBox="1"/>
          <p:nvPr>
            <p:ph idx="19" type="body"/>
          </p:nvPr>
        </p:nvSpPr>
        <p:spPr>
          <a:xfrm>
            <a:off x="9452029" y="4388110"/>
            <a:ext cx="22977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1220" name="Google Shape;1220;g31393e525ae_1_3391"/>
          <p:cNvCxnSpPr/>
          <p:nvPr/>
        </p:nvCxnSpPr>
        <p:spPr>
          <a:xfrm rot="-5400000">
            <a:off x="3531847" y="5364000"/>
            <a:ext cx="29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1" name="Google Shape;1221;g31393e525ae_1_3391"/>
          <p:cNvCxnSpPr/>
          <p:nvPr/>
        </p:nvCxnSpPr>
        <p:spPr>
          <a:xfrm rot="-5400000">
            <a:off x="7274194" y="5363999"/>
            <a:ext cx="29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2" name="Google Shape;1222;g31393e525ae_1_3391"/>
          <p:cNvSpPr/>
          <p:nvPr>
            <p:ph idx="20" type="pic"/>
          </p:nvPr>
        </p:nvSpPr>
        <p:spPr>
          <a:xfrm>
            <a:off x="4467451" y="4191893"/>
            <a:ext cx="1106400" cy="11064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3" name="Google Shape;1223;g31393e525ae_1_3391"/>
          <p:cNvSpPr/>
          <p:nvPr>
            <p:ph idx="21" type="pic"/>
          </p:nvPr>
        </p:nvSpPr>
        <p:spPr>
          <a:xfrm>
            <a:off x="8214902" y="4191893"/>
            <a:ext cx="1106400" cy="11064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4" name="Google Shape;1224;g31393e525ae_1_3391"/>
          <p:cNvSpPr/>
          <p:nvPr>
            <p:ph idx="22" type="pic"/>
          </p:nvPr>
        </p:nvSpPr>
        <p:spPr>
          <a:xfrm>
            <a:off x="4469292" y="2764036"/>
            <a:ext cx="1106400" cy="11064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5" name="Google Shape;1225;g31393e525ae_1_3391"/>
          <p:cNvSpPr/>
          <p:nvPr>
            <p:ph idx="23" type="pic"/>
          </p:nvPr>
        </p:nvSpPr>
        <p:spPr>
          <a:xfrm>
            <a:off x="8216743" y="2764036"/>
            <a:ext cx="1106400" cy="1106400"/>
          </a:xfrm>
          <a:prstGeom prst="ellipse">
            <a:avLst/>
          </a:prstGeom>
          <a:solidFill>
            <a:srgbClr val="0F172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 Layout">
  <p:cSld name="Pie Chart Layout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1393e525ae_1_34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28" name="Google Shape;1228;g31393e525ae_1_3428"/>
          <p:cNvSpPr txBox="1"/>
          <p:nvPr>
            <p:ph type="title"/>
          </p:nvPr>
        </p:nvSpPr>
        <p:spPr>
          <a:xfrm>
            <a:off x="803276" y="1461974"/>
            <a:ext cx="44640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g31393e525ae_1_3428"/>
          <p:cNvSpPr txBox="1"/>
          <p:nvPr>
            <p:ph idx="1" type="body"/>
          </p:nvPr>
        </p:nvSpPr>
        <p:spPr>
          <a:xfrm>
            <a:off x="826770" y="3092276"/>
            <a:ext cx="44433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30" name="Google Shape;1230;g31393e525ae_1_3428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g31393e525ae_1_3428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g31393e525ae_1_3428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3" name="Google Shape;1233;g31393e525ae_1_3428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4" name="Google Shape;1234;g31393e525ae_1_3428"/>
          <p:cNvGrpSpPr/>
          <p:nvPr/>
        </p:nvGrpSpPr>
        <p:grpSpPr>
          <a:xfrm>
            <a:off x="0" y="2811097"/>
            <a:ext cx="3149152" cy="100800"/>
            <a:chOff x="-1228304" y="3250524"/>
            <a:chExt cx="3149152" cy="100800"/>
          </a:xfrm>
        </p:grpSpPr>
        <p:cxnSp>
          <p:nvCxnSpPr>
            <p:cNvPr id="1235" name="Google Shape;1235;g31393e525ae_1_3428"/>
            <p:cNvCxnSpPr/>
            <p:nvPr/>
          </p:nvCxnSpPr>
          <p:spPr>
            <a:xfrm>
              <a:off x="-1228304" y="3290538"/>
              <a:ext cx="3096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36" name="Google Shape;1236;g31393e525ae_1_3428"/>
            <p:cNvSpPr/>
            <p:nvPr/>
          </p:nvSpPr>
          <p:spPr>
            <a:xfrm>
              <a:off x="1820048" y="3250524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237" name="Google Shape;1237;g31393e525ae_1_3428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38" name="Google Shape;1238;g31393e525ae_1_3428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9" name="Google Shape;1239;g31393e525ae_1_3428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40" name="Google Shape;1240;g31393e525ae_1_3428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1" name="Google Shape;1241;g31393e525ae_1_3428"/>
          <p:cNvSpPr txBox="1"/>
          <p:nvPr>
            <p:ph idx="3" type="body"/>
          </p:nvPr>
        </p:nvSpPr>
        <p:spPr>
          <a:xfrm>
            <a:off x="1262770" y="4138611"/>
            <a:ext cx="1284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2" name="Google Shape;1242;g31393e525ae_1_3428"/>
          <p:cNvSpPr txBox="1"/>
          <p:nvPr>
            <p:ph idx="4" type="body"/>
          </p:nvPr>
        </p:nvSpPr>
        <p:spPr>
          <a:xfrm>
            <a:off x="1262769" y="4499972"/>
            <a:ext cx="128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3" name="Google Shape;1243;g31393e525ae_1_3428"/>
          <p:cNvSpPr txBox="1"/>
          <p:nvPr>
            <p:ph idx="5" type="body"/>
          </p:nvPr>
        </p:nvSpPr>
        <p:spPr>
          <a:xfrm>
            <a:off x="3193135" y="4138611"/>
            <a:ext cx="1284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4" name="Google Shape;1244;g31393e525ae_1_3428"/>
          <p:cNvSpPr txBox="1"/>
          <p:nvPr>
            <p:ph idx="6" type="body"/>
          </p:nvPr>
        </p:nvSpPr>
        <p:spPr>
          <a:xfrm>
            <a:off x="3193134" y="4499972"/>
            <a:ext cx="128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5" name="Google Shape;1245;g31393e525ae_1_3428"/>
          <p:cNvSpPr txBox="1"/>
          <p:nvPr>
            <p:ph idx="7" type="body"/>
          </p:nvPr>
        </p:nvSpPr>
        <p:spPr>
          <a:xfrm>
            <a:off x="5123499" y="4142294"/>
            <a:ext cx="1284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6" name="Google Shape;1246;g31393e525ae_1_3428"/>
          <p:cNvSpPr txBox="1"/>
          <p:nvPr>
            <p:ph idx="8" type="body"/>
          </p:nvPr>
        </p:nvSpPr>
        <p:spPr>
          <a:xfrm>
            <a:off x="5123498" y="4503655"/>
            <a:ext cx="128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7" name="Google Shape;1247;g31393e525ae_1_3428"/>
          <p:cNvSpPr txBox="1"/>
          <p:nvPr>
            <p:ph idx="9" type="body"/>
          </p:nvPr>
        </p:nvSpPr>
        <p:spPr>
          <a:xfrm>
            <a:off x="1262770" y="4826750"/>
            <a:ext cx="1284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8" name="Google Shape;1248;g31393e525ae_1_3428"/>
          <p:cNvSpPr txBox="1"/>
          <p:nvPr>
            <p:ph idx="13" type="body"/>
          </p:nvPr>
        </p:nvSpPr>
        <p:spPr>
          <a:xfrm>
            <a:off x="1262769" y="5188111"/>
            <a:ext cx="128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9" name="Google Shape;1249;g31393e525ae_1_3428"/>
          <p:cNvSpPr txBox="1"/>
          <p:nvPr>
            <p:ph idx="14" type="body"/>
          </p:nvPr>
        </p:nvSpPr>
        <p:spPr>
          <a:xfrm>
            <a:off x="3193135" y="4826750"/>
            <a:ext cx="1284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0" name="Google Shape;1250;g31393e525ae_1_3428"/>
          <p:cNvSpPr txBox="1"/>
          <p:nvPr>
            <p:ph idx="15" type="body"/>
          </p:nvPr>
        </p:nvSpPr>
        <p:spPr>
          <a:xfrm>
            <a:off x="3193134" y="5188111"/>
            <a:ext cx="128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1" name="Google Shape;1251;g31393e525ae_1_3428"/>
          <p:cNvSpPr txBox="1"/>
          <p:nvPr>
            <p:ph idx="16" type="body"/>
          </p:nvPr>
        </p:nvSpPr>
        <p:spPr>
          <a:xfrm>
            <a:off x="5123499" y="4830433"/>
            <a:ext cx="12840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i="0"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2" name="Google Shape;1252;g31393e525ae_1_3428"/>
          <p:cNvSpPr txBox="1"/>
          <p:nvPr>
            <p:ph idx="17" type="body"/>
          </p:nvPr>
        </p:nvSpPr>
        <p:spPr>
          <a:xfrm>
            <a:off x="5123498" y="5191794"/>
            <a:ext cx="128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1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3" name="Google Shape;1253;g31393e525ae_1_3428"/>
          <p:cNvSpPr/>
          <p:nvPr/>
        </p:nvSpPr>
        <p:spPr>
          <a:xfrm>
            <a:off x="790959" y="4258650"/>
            <a:ext cx="384000" cy="384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4" name="Google Shape;1254;g31393e525ae_1_3428"/>
          <p:cNvSpPr/>
          <p:nvPr/>
        </p:nvSpPr>
        <p:spPr>
          <a:xfrm>
            <a:off x="790959" y="4965077"/>
            <a:ext cx="384000" cy="384000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5" name="Google Shape;1255;g31393e525ae_1_3428"/>
          <p:cNvSpPr/>
          <p:nvPr/>
        </p:nvSpPr>
        <p:spPr>
          <a:xfrm>
            <a:off x="2725217" y="4261982"/>
            <a:ext cx="384000" cy="384000"/>
          </a:xfrm>
          <a:prstGeom prst="ellipse">
            <a:avLst/>
          </a:prstGeom>
          <a:solidFill>
            <a:srgbClr val="7DFF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6" name="Google Shape;1256;g31393e525ae_1_3428"/>
          <p:cNvSpPr/>
          <p:nvPr/>
        </p:nvSpPr>
        <p:spPr>
          <a:xfrm>
            <a:off x="2725217" y="4968409"/>
            <a:ext cx="384000" cy="38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7" name="Google Shape;1257;g31393e525ae_1_3428"/>
          <p:cNvSpPr/>
          <p:nvPr/>
        </p:nvSpPr>
        <p:spPr>
          <a:xfrm>
            <a:off x="4660323" y="4257848"/>
            <a:ext cx="384000" cy="384000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8" name="Google Shape;1258;g31393e525ae_1_3428"/>
          <p:cNvSpPr/>
          <p:nvPr/>
        </p:nvSpPr>
        <p:spPr>
          <a:xfrm>
            <a:off x="4660323" y="4964275"/>
            <a:ext cx="384000" cy="384000"/>
          </a:xfrm>
          <a:prstGeom prst="ellipse">
            <a:avLst/>
          </a:prstGeom>
          <a:solidFill>
            <a:srgbClr val="C499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9" name="Google Shape;1259;g31393e525ae_1_3428"/>
          <p:cNvSpPr/>
          <p:nvPr>
            <p:ph idx="18" type="chart"/>
          </p:nvPr>
        </p:nvSpPr>
        <p:spPr>
          <a:xfrm>
            <a:off x="6924675" y="860425"/>
            <a:ext cx="4483200" cy="45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60" name="Google Shape;1260;g31393e525ae_1_3428"/>
          <p:cNvSpPr/>
          <p:nvPr/>
        </p:nvSpPr>
        <p:spPr>
          <a:xfrm>
            <a:off x="6905624" y="905669"/>
            <a:ext cx="4483200" cy="4483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1" name="Google Shape;1261;g31393e525ae_1_3428"/>
          <p:cNvSpPr/>
          <p:nvPr/>
        </p:nvSpPr>
        <p:spPr>
          <a:xfrm>
            <a:off x="8294757" y="2294802"/>
            <a:ext cx="1704900" cy="1704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62" name="Google Shape;1262;g31393e525ae_1_3428"/>
          <p:cNvCxnSpPr/>
          <p:nvPr/>
        </p:nvCxnSpPr>
        <p:spPr>
          <a:xfrm rot="-5400000">
            <a:off x="8675514" y="450000"/>
            <a:ext cx="90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ntent Layout">
  <p:cSld name="Image and Content Layout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1393e525ae_1_3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5" name="Google Shape;1265;g31393e525ae_1_3465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g31393e525ae_1_3465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g31393e525ae_1_3465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8" name="Google Shape;1268;g31393e525ae_1_3465"/>
          <p:cNvSpPr txBox="1"/>
          <p:nvPr>
            <p:ph type="title"/>
          </p:nvPr>
        </p:nvSpPr>
        <p:spPr>
          <a:xfrm>
            <a:off x="6894591" y="1411243"/>
            <a:ext cx="4494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9" name="Google Shape;1269;g31393e525ae_1_3465"/>
          <p:cNvSpPr txBox="1"/>
          <p:nvPr>
            <p:ph idx="1" type="body"/>
          </p:nvPr>
        </p:nvSpPr>
        <p:spPr>
          <a:xfrm>
            <a:off x="6894591" y="2564787"/>
            <a:ext cx="4473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270" name="Google Shape;1270;g31393e525ae_1_3465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71" name="Google Shape;1271;g31393e525ae_1_3465"/>
          <p:cNvGrpSpPr/>
          <p:nvPr/>
        </p:nvGrpSpPr>
        <p:grpSpPr>
          <a:xfrm flipH="1">
            <a:off x="6924698" y="2314168"/>
            <a:ext cx="5267302" cy="100800"/>
            <a:chOff x="0" y="3240138"/>
            <a:chExt cx="3434376" cy="100800"/>
          </a:xfrm>
        </p:grpSpPr>
        <p:cxnSp>
          <p:nvCxnSpPr>
            <p:cNvPr id="1272" name="Google Shape;1272;g31393e525ae_1_3465"/>
            <p:cNvCxnSpPr/>
            <p:nvPr/>
          </p:nvCxnSpPr>
          <p:spPr>
            <a:xfrm>
              <a:off x="0" y="3290538"/>
              <a:ext cx="3384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73" name="Google Shape;1273;g31393e525ae_1_3465"/>
            <p:cNvSpPr/>
            <p:nvPr/>
          </p:nvSpPr>
          <p:spPr>
            <a:xfrm>
              <a:off x="3368676" y="3240138"/>
              <a:ext cx="657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274" name="Google Shape;1274;g31393e525ae_1_3465"/>
          <p:cNvSpPr txBox="1"/>
          <p:nvPr>
            <p:ph idx="3" type="body"/>
          </p:nvPr>
        </p:nvSpPr>
        <p:spPr>
          <a:xfrm>
            <a:off x="6894591" y="3189568"/>
            <a:ext cx="4482900" cy="24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cxnSp>
        <p:nvCxnSpPr>
          <p:cNvPr id="1275" name="Google Shape;1275;g31393e525ae_1_3465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6" name="Google Shape;1276;g31393e525ae_1_3465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77" name="Google Shape;1277;g31393e525ae_1_3465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8" name="Google Shape;1278;g31393e525ae_1_3465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9" name="Google Shape;1279;g31393e525ae_1_3465"/>
          <p:cNvSpPr/>
          <p:nvPr>
            <p:ph idx="4" type="pic"/>
          </p:nvPr>
        </p:nvSpPr>
        <p:spPr>
          <a:xfrm>
            <a:off x="-3710" y="1792784"/>
            <a:ext cx="6074100" cy="372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Content Layout">
  <p:cSld name="Appendix Content Layout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31393e525ae_1_34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2" name="Google Shape;1282;g31393e525ae_1_3482"/>
          <p:cNvSpPr/>
          <p:nvPr>
            <p:ph idx="2" type="pic"/>
          </p:nvPr>
        </p:nvSpPr>
        <p:spPr>
          <a:xfrm>
            <a:off x="6032" y="1912946"/>
            <a:ext cx="121860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g31393e525ae_1_3482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4" name="Google Shape;1284;g31393e525ae_1_3482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5" name="Google Shape;1285;g31393e525ae_1_3482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6" name="Google Shape;1286;g31393e525ae_1_3482"/>
          <p:cNvSpPr txBox="1"/>
          <p:nvPr>
            <p:ph type="title"/>
          </p:nvPr>
        </p:nvSpPr>
        <p:spPr>
          <a:xfrm>
            <a:off x="3848934" y="457496"/>
            <a:ext cx="4494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7" name="Google Shape;1287;g31393e525ae_1_3482"/>
          <p:cNvSpPr/>
          <p:nvPr>
            <p:ph idx="3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288" name="Google Shape;1288;g31393e525ae_1_3482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9" name="Google Shape;1289;g31393e525ae_1_3482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290" name="Google Shape;1290;g31393e525ae_1_3482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1" name="Google Shape;1291;g31393e525ae_1_3482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292" name="Google Shape;1292;g31393e525ae_1_3482"/>
          <p:cNvGrpSpPr/>
          <p:nvPr/>
        </p:nvGrpSpPr>
        <p:grpSpPr>
          <a:xfrm>
            <a:off x="4736183" y="1509426"/>
            <a:ext cx="2719665" cy="100800"/>
            <a:chOff x="4732253" y="1509426"/>
            <a:chExt cx="2719665" cy="100800"/>
          </a:xfrm>
        </p:grpSpPr>
        <p:grpSp>
          <p:nvGrpSpPr>
            <p:cNvPr id="1293" name="Google Shape;1293;g31393e525ae_1_3482"/>
            <p:cNvGrpSpPr/>
            <p:nvPr/>
          </p:nvGrpSpPr>
          <p:grpSpPr>
            <a:xfrm flipH="1">
              <a:off x="4732253" y="1509426"/>
              <a:ext cx="2669262" cy="100800"/>
              <a:chOff x="1693969" y="3240138"/>
              <a:chExt cx="1740407" cy="100800"/>
            </a:xfrm>
          </p:grpSpPr>
          <p:cxnSp>
            <p:nvCxnSpPr>
              <p:cNvPr id="1294" name="Google Shape;1294;g31393e525ae_1_3482"/>
              <p:cNvCxnSpPr/>
              <p:nvPr/>
            </p:nvCxnSpPr>
            <p:spPr>
              <a:xfrm>
                <a:off x="1693969" y="3290538"/>
                <a:ext cx="16899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95" name="Google Shape;1295;g31393e525ae_1_3482"/>
              <p:cNvSpPr/>
              <p:nvPr/>
            </p:nvSpPr>
            <p:spPr>
              <a:xfrm>
                <a:off x="3368676" y="3240138"/>
                <a:ext cx="65700" cy="100800"/>
              </a:xfrm>
              <a:prstGeom prst="ellipse">
                <a:avLst/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296" name="Google Shape;1296;g31393e525ae_1_3482"/>
            <p:cNvSpPr/>
            <p:nvPr/>
          </p:nvSpPr>
          <p:spPr>
            <a:xfrm flipH="1">
              <a:off x="7351118" y="1509426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s Content Layout">
  <p:cSld name="Testimonials Content Layout"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1393e525ae_1_34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9" name="Google Shape;1299;g31393e525ae_1_3499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0" name="Google Shape;1300;g31393e525ae_1_3499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1" name="Google Shape;1301;g31393e525ae_1_3499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2" name="Google Shape;1302;g31393e525ae_1_3499"/>
          <p:cNvSpPr txBox="1"/>
          <p:nvPr>
            <p:ph type="title"/>
          </p:nvPr>
        </p:nvSpPr>
        <p:spPr>
          <a:xfrm>
            <a:off x="5104263" y="707529"/>
            <a:ext cx="63108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g31393e525ae_1_3499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4" name="Google Shape;1304;g31393e525ae_1_3499"/>
          <p:cNvGrpSpPr/>
          <p:nvPr/>
        </p:nvGrpSpPr>
        <p:grpSpPr>
          <a:xfrm flipH="1">
            <a:off x="7773406" y="1375202"/>
            <a:ext cx="4418611" cy="100800"/>
            <a:chOff x="675503" y="3240138"/>
            <a:chExt cx="2758873" cy="100800"/>
          </a:xfrm>
        </p:grpSpPr>
        <p:cxnSp>
          <p:nvCxnSpPr>
            <p:cNvPr id="1305" name="Google Shape;1305;g31393e525ae_1_3499"/>
            <p:cNvCxnSpPr/>
            <p:nvPr/>
          </p:nvCxnSpPr>
          <p:spPr>
            <a:xfrm>
              <a:off x="675503" y="3290538"/>
              <a:ext cx="27084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06" name="Google Shape;1306;g31393e525ae_1_3499"/>
            <p:cNvSpPr/>
            <p:nvPr/>
          </p:nvSpPr>
          <p:spPr>
            <a:xfrm>
              <a:off x="3368676" y="3240138"/>
              <a:ext cx="657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307" name="Google Shape;1307;g31393e525ae_1_3499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8" name="Google Shape;1308;g31393e525ae_1_3499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09" name="Google Shape;1309;g31393e525ae_1_3499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0" name="Google Shape;1310;g31393e525ae_1_3499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1" name="Google Shape;1311;g31393e525ae_1_3499"/>
          <p:cNvSpPr txBox="1"/>
          <p:nvPr>
            <p:ph idx="1" type="body"/>
          </p:nvPr>
        </p:nvSpPr>
        <p:spPr>
          <a:xfrm>
            <a:off x="822459" y="4996962"/>
            <a:ext cx="16254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12" name="Google Shape;1312;g31393e525ae_1_3499"/>
          <p:cNvSpPr txBox="1"/>
          <p:nvPr>
            <p:ph idx="3" type="body"/>
          </p:nvPr>
        </p:nvSpPr>
        <p:spPr>
          <a:xfrm>
            <a:off x="822459" y="4191894"/>
            <a:ext cx="16254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13" name="Google Shape;1313;g31393e525ae_1_3499"/>
          <p:cNvSpPr/>
          <p:nvPr>
            <p:ph idx="4" type="pic"/>
          </p:nvPr>
        </p:nvSpPr>
        <p:spPr>
          <a:xfrm>
            <a:off x="2447783" y="4435460"/>
            <a:ext cx="1106400" cy="1106400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314" name="Google Shape;1314;g31393e525ae_1_3499"/>
          <p:cNvCxnSpPr/>
          <p:nvPr/>
        </p:nvCxnSpPr>
        <p:spPr>
          <a:xfrm rot="10800000">
            <a:off x="3000995" y="3984871"/>
            <a:ext cx="0" cy="4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5" name="Google Shape;1315;g31393e525ae_1_3499"/>
          <p:cNvSpPr txBox="1"/>
          <p:nvPr>
            <p:ph idx="5" type="body"/>
          </p:nvPr>
        </p:nvSpPr>
        <p:spPr>
          <a:xfrm>
            <a:off x="803253" y="1769589"/>
            <a:ext cx="3045000" cy="22128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216000" spcFirstLastPara="1" rIns="216000" wrap="square" tIns="180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6" name="Google Shape;1316;g31393e525ae_1_3499"/>
          <p:cNvSpPr/>
          <p:nvPr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7" name="Google Shape;1317;g31393e525ae_1_3499"/>
          <p:cNvSpPr txBox="1"/>
          <p:nvPr>
            <p:ph idx="6" type="body"/>
          </p:nvPr>
        </p:nvSpPr>
        <p:spPr>
          <a:xfrm>
            <a:off x="4586638" y="4996962"/>
            <a:ext cx="16254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18" name="Google Shape;1318;g31393e525ae_1_3499"/>
          <p:cNvSpPr txBox="1"/>
          <p:nvPr>
            <p:ph idx="7" type="body"/>
          </p:nvPr>
        </p:nvSpPr>
        <p:spPr>
          <a:xfrm>
            <a:off x="4586638" y="4191894"/>
            <a:ext cx="16254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19" name="Google Shape;1319;g31393e525ae_1_3499"/>
          <p:cNvSpPr/>
          <p:nvPr>
            <p:ph idx="8" type="pic"/>
          </p:nvPr>
        </p:nvSpPr>
        <p:spPr>
          <a:xfrm>
            <a:off x="6211962" y="4435460"/>
            <a:ext cx="1106400" cy="1106400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320" name="Google Shape;1320;g31393e525ae_1_3499"/>
          <p:cNvCxnSpPr/>
          <p:nvPr/>
        </p:nvCxnSpPr>
        <p:spPr>
          <a:xfrm rot="10800000">
            <a:off x="6765174" y="3984871"/>
            <a:ext cx="0" cy="4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1" name="Google Shape;1321;g31393e525ae_1_3499"/>
          <p:cNvSpPr txBox="1"/>
          <p:nvPr>
            <p:ph idx="9" type="body"/>
          </p:nvPr>
        </p:nvSpPr>
        <p:spPr>
          <a:xfrm>
            <a:off x="4567432" y="1769589"/>
            <a:ext cx="3045000" cy="22128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216000" spcFirstLastPara="1" rIns="216000" wrap="square" tIns="180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2" name="Google Shape;1322;g31393e525ae_1_3499"/>
          <p:cNvSpPr/>
          <p:nvPr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3" name="Google Shape;1323;g31393e525ae_1_3499"/>
          <p:cNvSpPr txBox="1"/>
          <p:nvPr>
            <p:ph idx="13" type="body"/>
          </p:nvPr>
        </p:nvSpPr>
        <p:spPr>
          <a:xfrm>
            <a:off x="8350818" y="4992196"/>
            <a:ext cx="16254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  <a:defRPr i="1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24" name="Google Shape;1324;g31393e525ae_1_3499"/>
          <p:cNvSpPr txBox="1"/>
          <p:nvPr>
            <p:ph idx="14" type="body"/>
          </p:nvPr>
        </p:nvSpPr>
        <p:spPr>
          <a:xfrm>
            <a:off x="8350818" y="4187128"/>
            <a:ext cx="16254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25" name="Google Shape;1325;g31393e525ae_1_3499"/>
          <p:cNvSpPr/>
          <p:nvPr>
            <p:ph idx="15" type="pic"/>
          </p:nvPr>
        </p:nvSpPr>
        <p:spPr>
          <a:xfrm>
            <a:off x="9976142" y="4430694"/>
            <a:ext cx="1106400" cy="1106400"/>
          </a:xfrm>
          <a:prstGeom prst="ellipse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326" name="Google Shape;1326;g31393e525ae_1_3499"/>
          <p:cNvCxnSpPr/>
          <p:nvPr/>
        </p:nvCxnSpPr>
        <p:spPr>
          <a:xfrm rot="10800000">
            <a:off x="10529354" y="3980105"/>
            <a:ext cx="0" cy="4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7" name="Google Shape;1327;g31393e525ae_1_3499"/>
          <p:cNvSpPr txBox="1"/>
          <p:nvPr>
            <p:ph idx="16" type="body"/>
          </p:nvPr>
        </p:nvSpPr>
        <p:spPr>
          <a:xfrm>
            <a:off x="8331612" y="1769589"/>
            <a:ext cx="3045000" cy="22128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0" lIns="216000" spcFirstLastPara="1" rIns="216000" wrap="square" tIns="180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8" name="Google Shape;1328;g31393e525ae_1_3499"/>
          <p:cNvSpPr/>
          <p:nvPr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Content Layout">
  <p:cSld name="Case Study Content Layout"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1393e525ae_1_3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1" name="Google Shape;1331;g31393e525ae_1_3531"/>
          <p:cNvSpPr txBox="1"/>
          <p:nvPr>
            <p:ph type="title"/>
          </p:nvPr>
        </p:nvSpPr>
        <p:spPr>
          <a:xfrm>
            <a:off x="803276" y="1980591"/>
            <a:ext cx="41880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2" name="Google Shape;1332;g31393e525ae_1_3531"/>
          <p:cNvSpPr txBox="1"/>
          <p:nvPr>
            <p:ph idx="1" type="body"/>
          </p:nvPr>
        </p:nvSpPr>
        <p:spPr>
          <a:xfrm>
            <a:off x="826770" y="3610893"/>
            <a:ext cx="4168200" cy="18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33" name="Google Shape;1333;g31393e525ae_1_353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4" name="Google Shape;1334;g31393e525ae_1_353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5" name="Google Shape;1335;g31393e525ae_1_353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6" name="Google Shape;1336;g31393e525ae_1_3531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g31393e525ae_1_3531"/>
          <p:cNvGrpSpPr/>
          <p:nvPr/>
        </p:nvGrpSpPr>
        <p:grpSpPr>
          <a:xfrm>
            <a:off x="0" y="3319328"/>
            <a:ext cx="3866400" cy="100800"/>
            <a:chOff x="-1228304" y="3240138"/>
            <a:chExt cx="3866400" cy="100800"/>
          </a:xfrm>
        </p:grpSpPr>
        <p:cxnSp>
          <p:nvCxnSpPr>
            <p:cNvPr id="1338" name="Google Shape;1338;g31393e525ae_1_3531"/>
            <p:cNvCxnSpPr/>
            <p:nvPr/>
          </p:nvCxnSpPr>
          <p:spPr>
            <a:xfrm>
              <a:off x="-1228304" y="3290538"/>
              <a:ext cx="3816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39" name="Google Shape;1339;g31393e525ae_1_3531"/>
            <p:cNvSpPr/>
            <p:nvPr/>
          </p:nvSpPr>
          <p:spPr>
            <a:xfrm>
              <a:off x="2537296" y="3240138"/>
              <a:ext cx="1008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340" name="Google Shape;1340;g31393e525ae_1_3531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41" name="Google Shape;1341;g31393e525ae_1_3531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2" name="Google Shape;1342;g31393e525ae_1_3531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43" name="Google Shape;1343;g31393e525ae_1_3531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4" name="Google Shape;1344;g31393e525ae_1_3531"/>
          <p:cNvSpPr txBox="1"/>
          <p:nvPr>
            <p:ph idx="3" type="body"/>
          </p:nvPr>
        </p:nvSpPr>
        <p:spPr>
          <a:xfrm>
            <a:off x="5267325" y="1126345"/>
            <a:ext cx="6086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45" name="Google Shape;1345;g31393e525ae_1_3531"/>
          <p:cNvSpPr txBox="1"/>
          <p:nvPr>
            <p:ph idx="4" type="body"/>
          </p:nvPr>
        </p:nvSpPr>
        <p:spPr>
          <a:xfrm>
            <a:off x="5269967" y="3909256"/>
            <a:ext cx="60864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bile Phone and Content Layout">
  <p:cSld name="Mobile Phone and Content Layout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1393e525ae_1_35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8" name="Google Shape;1348;g31393e525ae_1_3548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9" name="Google Shape;1349;g31393e525ae_1_3548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0" name="Google Shape;1350;g31393e525ae_1_3548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1" name="Google Shape;1351;g31393e525ae_1_3548"/>
          <p:cNvSpPr txBox="1"/>
          <p:nvPr>
            <p:ph type="title"/>
          </p:nvPr>
        </p:nvSpPr>
        <p:spPr>
          <a:xfrm>
            <a:off x="6096000" y="1294387"/>
            <a:ext cx="5314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2" name="Google Shape;1352;g31393e525ae_1_3548"/>
          <p:cNvSpPr txBox="1"/>
          <p:nvPr>
            <p:ph idx="1" type="body"/>
          </p:nvPr>
        </p:nvSpPr>
        <p:spPr>
          <a:xfrm>
            <a:off x="6096000" y="2212679"/>
            <a:ext cx="5292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53" name="Google Shape;1353;g31393e525ae_1_3548"/>
          <p:cNvSpPr/>
          <p:nvPr>
            <p:ph idx="2" type="pic"/>
          </p:nvPr>
        </p:nvSpPr>
        <p:spPr>
          <a:xfrm>
            <a:off x="831850" y="859665"/>
            <a:ext cx="1079100" cy="5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4" name="Google Shape;1354;g31393e525ae_1_3548"/>
          <p:cNvGrpSpPr/>
          <p:nvPr/>
        </p:nvGrpSpPr>
        <p:grpSpPr>
          <a:xfrm flipH="1">
            <a:off x="6096278" y="1970230"/>
            <a:ext cx="6095754" cy="100800"/>
            <a:chOff x="646015" y="3248308"/>
            <a:chExt cx="3107700" cy="100800"/>
          </a:xfrm>
        </p:grpSpPr>
        <p:cxnSp>
          <p:nvCxnSpPr>
            <p:cNvPr id="1355" name="Google Shape;1355;g31393e525ae_1_3548"/>
            <p:cNvCxnSpPr/>
            <p:nvPr/>
          </p:nvCxnSpPr>
          <p:spPr>
            <a:xfrm>
              <a:off x="646015" y="3290538"/>
              <a:ext cx="31077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56" name="Google Shape;1356;g31393e525ae_1_3548"/>
            <p:cNvSpPr/>
            <p:nvPr/>
          </p:nvSpPr>
          <p:spPr>
            <a:xfrm>
              <a:off x="3702376" y="3248308"/>
              <a:ext cx="513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cxnSp>
        <p:nvCxnSpPr>
          <p:cNvPr id="1357" name="Google Shape;1357;g31393e525ae_1_3548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8" name="Google Shape;1358;g31393e525ae_1_3548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359" name="Google Shape;1359;g31393e525ae_1_3548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0" name="Google Shape;1360;g31393e525ae_1_3548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1" name="Google Shape;1361;g31393e525ae_1_3548"/>
          <p:cNvSpPr txBox="1"/>
          <p:nvPr>
            <p:ph idx="3" type="body"/>
          </p:nvPr>
        </p:nvSpPr>
        <p:spPr>
          <a:xfrm>
            <a:off x="6098826" y="3335524"/>
            <a:ext cx="5311200" cy="2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2000"/>
              <a:buNone/>
              <a:defRPr sz="2000">
                <a:solidFill>
                  <a:srgbClr val="88CFC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800"/>
              <a:buNone/>
              <a:defRPr sz="1800">
                <a:solidFill>
                  <a:srgbClr val="88CFC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CFCF"/>
              </a:buClr>
              <a:buSzPts val="1600"/>
              <a:buNone/>
              <a:defRPr sz="1600">
                <a:solidFill>
                  <a:srgbClr val="88CFCF"/>
                </a:solidFill>
              </a:defRPr>
            </a:lvl9pPr>
          </a:lstStyle>
          <a:p/>
        </p:txBody>
      </p:sp>
      <p:sp>
        <p:nvSpPr>
          <p:cNvPr id="1362" name="Google Shape;1362;g31393e525ae_1_3548"/>
          <p:cNvSpPr/>
          <p:nvPr/>
        </p:nvSpPr>
        <p:spPr>
          <a:xfrm>
            <a:off x="963549" y="1819285"/>
            <a:ext cx="4306800" cy="3648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-199" l="0" r="0" t="-18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3" name="Google Shape;1363;g31393e525ae_1_3548"/>
          <p:cNvSpPr/>
          <p:nvPr>
            <p:ph idx="4" type="pic"/>
          </p:nvPr>
        </p:nvSpPr>
        <p:spPr>
          <a:xfrm>
            <a:off x="3315505" y="1976894"/>
            <a:ext cx="1819800" cy="31089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4" name="Google Shape;1364;g31393e525ae_1_3548"/>
          <p:cNvSpPr/>
          <p:nvPr>
            <p:ph idx="5" type="pic"/>
          </p:nvPr>
        </p:nvSpPr>
        <p:spPr>
          <a:xfrm>
            <a:off x="1102188" y="3517926"/>
            <a:ext cx="2057400" cy="18198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nual">
  <p:cSld name="Manual"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1393e525ae_1_35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7" name="Google Shape;1367;g31393e525ae_1_3567"/>
          <p:cNvSpPr txBox="1"/>
          <p:nvPr>
            <p:ph idx="1" type="body"/>
          </p:nvPr>
        </p:nvSpPr>
        <p:spPr>
          <a:xfrm>
            <a:off x="883319" y="3054194"/>
            <a:ext cx="16458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8" name="Google Shape;1368;g31393e525ae_1_3567"/>
          <p:cNvSpPr txBox="1"/>
          <p:nvPr>
            <p:ph idx="2" type="body"/>
          </p:nvPr>
        </p:nvSpPr>
        <p:spPr>
          <a:xfrm>
            <a:off x="1384584" y="2023761"/>
            <a:ext cx="24699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9" name="Google Shape;1369;g31393e525ae_1_3567"/>
          <p:cNvSpPr txBox="1"/>
          <p:nvPr>
            <p:ph idx="3" type="body"/>
          </p:nvPr>
        </p:nvSpPr>
        <p:spPr>
          <a:xfrm>
            <a:off x="2596444" y="3054194"/>
            <a:ext cx="13899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0" name="Google Shape;1370;g31393e525ae_1_3567"/>
          <p:cNvSpPr/>
          <p:nvPr>
            <p:ph idx="4" type="pic"/>
          </p:nvPr>
        </p:nvSpPr>
        <p:spPr>
          <a:xfrm>
            <a:off x="875852" y="3731781"/>
            <a:ext cx="1636800" cy="16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1" name="Google Shape;1371;g31393e525ae_1_3567"/>
          <p:cNvSpPr/>
          <p:nvPr>
            <p:ph idx="5" type="pic"/>
          </p:nvPr>
        </p:nvSpPr>
        <p:spPr>
          <a:xfrm>
            <a:off x="2499831" y="3731781"/>
            <a:ext cx="1636800" cy="16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2" name="Google Shape;1372;g31393e525ae_1_3567"/>
          <p:cNvSpPr txBox="1"/>
          <p:nvPr>
            <p:ph idx="6" type="body"/>
          </p:nvPr>
        </p:nvSpPr>
        <p:spPr>
          <a:xfrm>
            <a:off x="4940427" y="3054194"/>
            <a:ext cx="21135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3" name="Google Shape;1373;g31393e525ae_1_3567"/>
          <p:cNvSpPr txBox="1"/>
          <p:nvPr>
            <p:ph idx="7" type="body"/>
          </p:nvPr>
        </p:nvSpPr>
        <p:spPr>
          <a:xfrm>
            <a:off x="5494328" y="2023761"/>
            <a:ext cx="19437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4" name="Google Shape;1374;g31393e525ae_1_3567"/>
          <p:cNvSpPr/>
          <p:nvPr>
            <p:ph idx="8" type="pic"/>
          </p:nvPr>
        </p:nvSpPr>
        <p:spPr>
          <a:xfrm>
            <a:off x="4946407" y="3731781"/>
            <a:ext cx="2048400" cy="896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5" name="Google Shape;1375;g31393e525ae_1_3567"/>
          <p:cNvSpPr txBox="1"/>
          <p:nvPr>
            <p:ph idx="9" type="body"/>
          </p:nvPr>
        </p:nvSpPr>
        <p:spPr>
          <a:xfrm>
            <a:off x="7900319" y="3054194"/>
            <a:ext cx="21969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i="0" sz="14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6" name="Google Shape;1376;g31393e525ae_1_3567"/>
          <p:cNvSpPr txBox="1"/>
          <p:nvPr>
            <p:ph idx="13" type="body"/>
          </p:nvPr>
        </p:nvSpPr>
        <p:spPr>
          <a:xfrm>
            <a:off x="8454220" y="2023761"/>
            <a:ext cx="1943700" cy="9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7" name="Google Shape;1377;g31393e525ae_1_3567"/>
          <p:cNvSpPr txBox="1"/>
          <p:nvPr>
            <p:ph idx="14" type="body"/>
          </p:nvPr>
        </p:nvSpPr>
        <p:spPr>
          <a:xfrm>
            <a:off x="7900319" y="4671712"/>
            <a:ext cx="2223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8" name="Google Shape;1378;g31393e525ae_1_3567"/>
          <p:cNvSpPr txBox="1"/>
          <p:nvPr>
            <p:ph idx="15" type="body"/>
          </p:nvPr>
        </p:nvSpPr>
        <p:spPr>
          <a:xfrm>
            <a:off x="4940427" y="4830765"/>
            <a:ext cx="2048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9" name="Google Shape;1379;g31393e525ae_1_3567"/>
          <p:cNvSpPr txBox="1"/>
          <p:nvPr>
            <p:ph idx="16" type="body"/>
          </p:nvPr>
        </p:nvSpPr>
        <p:spPr>
          <a:xfrm>
            <a:off x="823358" y="2023413"/>
            <a:ext cx="558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0" name="Google Shape;1380;g31393e525ae_1_3567"/>
          <p:cNvSpPr txBox="1"/>
          <p:nvPr>
            <p:ph idx="17" type="body"/>
          </p:nvPr>
        </p:nvSpPr>
        <p:spPr>
          <a:xfrm>
            <a:off x="4912823" y="1999493"/>
            <a:ext cx="558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1" name="Google Shape;1381;g31393e525ae_1_3567"/>
          <p:cNvSpPr txBox="1"/>
          <p:nvPr>
            <p:ph idx="18" type="body"/>
          </p:nvPr>
        </p:nvSpPr>
        <p:spPr>
          <a:xfrm>
            <a:off x="7873424" y="2002966"/>
            <a:ext cx="558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7000"/>
              <a:buNone/>
              <a:defRPr b="1" sz="7000"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2" name="Google Shape;1382;g31393e525ae_1_3567"/>
          <p:cNvSpPr txBox="1"/>
          <p:nvPr>
            <p:ph idx="19" type="body"/>
          </p:nvPr>
        </p:nvSpPr>
        <p:spPr>
          <a:xfrm>
            <a:off x="2359124" y="5706529"/>
            <a:ext cx="899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i="0" sz="14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3" name="Google Shape;1383;g31393e525ae_1_3567"/>
          <p:cNvSpPr txBox="1"/>
          <p:nvPr>
            <p:ph type="title"/>
          </p:nvPr>
        </p:nvSpPr>
        <p:spPr>
          <a:xfrm>
            <a:off x="839789" y="780001"/>
            <a:ext cx="105123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b="1" sz="36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g31393e525ae_1_3567"/>
          <p:cNvSpPr/>
          <p:nvPr>
            <p:ph idx="20" type="pic"/>
          </p:nvPr>
        </p:nvSpPr>
        <p:spPr>
          <a:xfrm>
            <a:off x="7900319" y="3779907"/>
            <a:ext cx="1481400" cy="759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85" name="Google Shape;1385;g31393e525ae_1_3567"/>
          <p:cNvGrpSpPr/>
          <p:nvPr/>
        </p:nvGrpSpPr>
        <p:grpSpPr>
          <a:xfrm flipH="1">
            <a:off x="4415994" y="1375202"/>
            <a:ext cx="7776009" cy="100800"/>
            <a:chOff x="-322289" y="3240138"/>
            <a:chExt cx="5070098" cy="100800"/>
          </a:xfrm>
        </p:grpSpPr>
        <p:cxnSp>
          <p:nvCxnSpPr>
            <p:cNvPr id="1386" name="Google Shape;1386;g31393e525ae_1_3567"/>
            <p:cNvCxnSpPr/>
            <p:nvPr/>
          </p:nvCxnSpPr>
          <p:spPr>
            <a:xfrm>
              <a:off x="-322289" y="3290538"/>
              <a:ext cx="5070000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87" name="Google Shape;1387;g31393e525ae_1_3567"/>
            <p:cNvSpPr/>
            <p:nvPr/>
          </p:nvSpPr>
          <p:spPr>
            <a:xfrm>
              <a:off x="4682109" y="3240138"/>
              <a:ext cx="65700" cy="1008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1393e525ae_1_3590"/>
          <p:cNvSpPr/>
          <p:nvPr/>
        </p:nvSpPr>
        <p:spPr>
          <a:xfrm>
            <a:off x="6083808" y="0"/>
            <a:ext cx="61083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90" name="Google Shape;1390;g31393e525ae_1_3590"/>
          <p:cNvSpPr txBox="1"/>
          <p:nvPr>
            <p:ph type="title"/>
          </p:nvPr>
        </p:nvSpPr>
        <p:spPr>
          <a:xfrm>
            <a:off x="6769768" y="2133599"/>
            <a:ext cx="46191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1" name="Google Shape;1391;g31393e525ae_1_3590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2" name="Google Shape;1392;g31393e525ae_1_3590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3" name="Google Shape;1393;g31393e525ae_1_3590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94" name="Google Shape;1394;g31393e525ae_1_3590"/>
          <p:cNvGrpSpPr/>
          <p:nvPr/>
        </p:nvGrpSpPr>
        <p:grpSpPr>
          <a:xfrm>
            <a:off x="6769771" y="1947412"/>
            <a:ext cx="2520106" cy="102356"/>
            <a:chOff x="3631690" y="2252140"/>
            <a:chExt cx="4389664" cy="102356"/>
          </a:xfrm>
        </p:grpSpPr>
        <p:sp>
          <p:nvSpPr>
            <p:cNvPr id="1395" name="Google Shape;1395;g31393e525ae_1_3590"/>
            <p:cNvSpPr/>
            <p:nvPr/>
          </p:nvSpPr>
          <p:spPr>
            <a:xfrm>
              <a:off x="3631690" y="2253996"/>
              <a:ext cx="1752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396" name="Google Shape;1396;g31393e525ae_1_3590"/>
            <p:cNvCxnSpPr/>
            <p:nvPr/>
          </p:nvCxnSpPr>
          <p:spPr>
            <a:xfrm>
              <a:off x="3681984" y="2307679"/>
              <a:ext cx="42015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97" name="Google Shape;1397;g31393e525ae_1_3590"/>
            <p:cNvSpPr/>
            <p:nvPr/>
          </p:nvSpPr>
          <p:spPr>
            <a:xfrm>
              <a:off x="7845854" y="2252140"/>
              <a:ext cx="175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98" name="Google Shape;1398;g31393e525ae_1_3590"/>
          <p:cNvGrpSpPr/>
          <p:nvPr/>
        </p:nvGrpSpPr>
        <p:grpSpPr>
          <a:xfrm>
            <a:off x="6769770" y="4654084"/>
            <a:ext cx="2520106" cy="100500"/>
            <a:chOff x="3631690" y="2253996"/>
            <a:chExt cx="4389663" cy="100500"/>
          </a:xfrm>
        </p:grpSpPr>
        <p:sp>
          <p:nvSpPr>
            <p:cNvPr id="1399" name="Google Shape;1399;g31393e525ae_1_3590"/>
            <p:cNvSpPr/>
            <p:nvPr/>
          </p:nvSpPr>
          <p:spPr>
            <a:xfrm>
              <a:off x="3631690" y="2253996"/>
              <a:ext cx="1752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400" name="Google Shape;1400;g31393e525ae_1_3590"/>
            <p:cNvCxnSpPr/>
            <p:nvPr/>
          </p:nvCxnSpPr>
          <p:spPr>
            <a:xfrm>
              <a:off x="3681984" y="2307679"/>
              <a:ext cx="4201500" cy="0"/>
            </a:xfrm>
            <a:prstGeom prst="straightConnector1">
              <a:avLst/>
            </a:prstGeom>
            <a:noFill/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01" name="Google Shape;1401;g31393e525ae_1_3590"/>
            <p:cNvSpPr/>
            <p:nvPr/>
          </p:nvSpPr>
          <p:spPr>
            <a:xfrm>
              <a:off x="7845853" y="2253996"/>
              <a:ext cx="175500" cy="100500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402" name="Google Shape;1402;g31393e525ae_1_3590"/>
          <p:cNvSpPr txBox="1"/>
          <p:nvPr>
            <p:ph idx="1" type="subTitle"/>
          </p:nvPr>
        </p:nvSpPr>
        <p:spPr>
          <a:xfrm>
            <a:off x="6769767" y="4889444"/>
            <a:ext cx="46191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1393e525ae_1_36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05" name="Google Shape;1405;g31393e525ae_1_3605"/>
          <p:cNvSpPr txBox="1"/>
          <p:nvPr>
            <p:ph type="title"/>
          </p:nvPr>
        </p:nvSpPr>
        <p:spPr>
          <a:xfrm>
            <a:off x="838200" y="365126"/>
            <a:ext cx="10515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6" name="Google Shape;1406;g31393e525ae_1_3605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7" name="Google Shape;1407;g31393e525ae_1_3605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8" name="Google Shape;1408;g31393e525ae_1_3605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9" name="Google Shape;1409;g31393e525ae_1_3605"/>
          <p:cNvSpPr txBox="1"/>
          <p:nvPr>
            <p:ph idx="1" type="body"/>
          </p:nvPr>
        </p:nvSpPr>
        <p:spPr>
          <a:xfrm>
            <a:off x="838200" y="1159497"/>
            <a:ext cx="5181600" cy="4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0" name="Google Shape;1410;g31393e525ae_1_3605"/>
          <p:cNvSpPr txBox="1"/>
          <p:nvPr>
            <p:ph idx="2" type="body"/>
          </p:nvPr>
        </p:nvSpPr>
        <p:spPr>
          <a:xfrm>
            <a:off x="6172200" y="1159497"/>
            <a:ext cx="5181600" cy="4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1393e525ae_1_36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13" name="Google Shape;1413;g31393e525ae_1_3613"/>
          <p:cNvSpPr txBox="1"/>
          <p:nvPr>
            <p:ph type="title"/>
          </p:nvPr>
        </p:nvSpPr>
        <p:spPr>
          <a:xfrm>
            <a:off x="838200" y="365126"/>
            <a:ext cx="10515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4" name="Google Shape;1414;g31393e525ae_1_3613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5" name="Google Shape;1415;g31393e525ae_1_3613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6" name="Google Shape;1416;g31393e525ae_1_3613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7" name="Google Shape;1417;g31393e525ae_1_3613"/>
          <p:cNvSpPr txBox="1"/>
          <p:nvPr>
            <p:ph idx="1" type="body"/>
          </p:nvPr>
        </p:nvSpPr>
        <p:spPr>
          <a:xfrm>
            <a:off x="839788" y="1256955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8" name="Google Shape;1418;g31393e525ae_1_3613"/>
          <p:cNvSpPr txBox="1"/>
          <p:nvPr>
            <p:ph idx="2" type="body"/>
          </p:nvPr>
        </p:nvSpPr>
        <p:spPr>
          <a:xfrm>
            <a:off x="839788" y="2203414"/>
            <a:ext cx="5157900" cy="3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9" name="Google Shape;1419;g31393e525ae_1_3613"/>
          <p:cNvSpPr txBox="1"/>
          <p:nvPr>
            <p:ph idx="3" type="body"/>
          </p:nvPr>
        </p:nvSpPr>
        <p:spPr>
          <a:xfrm>
            <a:off x="6172200" y="1256955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20" name="Google Shape;1420;g31393e525ae_1_3613"/>
          <p:cNvSpPr txBox="1"/>
          <p:nvPr>
            <p:ph idx="4" type="body"/>
          </p:nvPr>
        </p:nvSpPr>
        <p:spPr>
          <a:xfrm>
            <a:off x="6172200" y="2203414"/>
            <a:ext cx="5183100" cy="3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1393e525ae_1_36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23" name="Google Shape;1423;g31393e525ae_1_3623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4" name="Google Shape;1424;g31393e525ae_1_3623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5" name="Google Shape;1425;g31393e525ae_1_3623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6" name="Google Shape;1426;g31393e525ae_1_36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7" name="Google Shape;1427;g31393e525ae_1_362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8" name="Google Shape;1428;g31393e525ae_1_3623"/>
          <p:cNvSpPr txBox="1"/>
          <p:nvPr>
            <p:ph idx="2" type="body"/>
          </p:nvPr>
        </p:nvSpPr>
        <p:spPr>
          <a:xfrm>
            <a:off x="5183188" y="457201"/>
            <a:ext cx="6172200" cy="54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 sz="2400">
                <a:solidFill>
                  <a:schemeClr val="lt2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 sz="1800">
                <a:solidFill>
                  <a:schemeClr val="lt2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 sz="1600">
                <a:solidFill>
                  <a:schemeClr val="lt2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1393e525ae_1_36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31" name="Google Shape;1431;g31393e525ae_1_363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2" name="Google Shape;1432;g31393e525ae_1_363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g31393e525ae_1_363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4" name="Google Shape;1434;g31393e525ae_1_363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g31393e525ae_1_363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36" name="Google Shape;1436;g31393e525ae_1_3631"/>
          <p:cNvSpPr/>
          <p:nvPr>
            <p:ph idx="2" type="pic"/>
          </p:nvPr>
        </p:nvSpPr>
        <p:spPr>
          <a:xfrm>
            <a:off x="5183188" y="457201"/>
            <a:ext cx="6172200" cy="540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1393e525ae_1_36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39" name="Google Shape;1439;g31393e525ae_1_3639"/>
          <p:cNvSpPr txBox="1"/>
          <p:nvPr>
            <p:ph type="title"/>
          </p:nvPr>
        </p:nvSpPr>
        <p:spPr>
          <a:xfrm>
            <a:off x="838200" y="365126"/>
            <a:ext cx="10515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0" name="Google Shape;1440;g31393e525ae_1_3639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1" name="Google Shape;1441;g31393e525ae_1_3639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2" name="Google Shape;1442;g31393e525ae_1_3639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3" name="Google Shape;1443;g31393e525ae_1_3639"/>
          <p:cNvSpPr txBox="1"/>
          <p:nvPr>
            <p:ph idx="1" type="body"/>
          </p:nvPr>
        </p:nvSpPr>
        <p:spPr>
          <a:xfrm>
            <a:off x="1470819" y="2355057"/>
            <a:ext cx="92505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1393e525ae_1_36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44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46" name="Google Shape;1446;g31393e525ae_1_3646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7" name="Google Shape;1447;g31393e525ae_1_3646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8" name="Google Shape;1448;g31393e525ae_1_3646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66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48.xml"/><Relationship Id="rId33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50.xml"/><Relationship Id="rId35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49.xml"/><Relationship Id="rId3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52.xml"/><Relationship Id="rId37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51.xml"/><Relationship Id="rId36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3.xml"/><Relationship Id="rId38" Type="http://schemas.openxmlformats.org/officeDocument/2006/relationships/theme" Target="../theme/theme3.xml"/><Relationship Id="rId19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b="1" i="0" sz="36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6" name="Google Shape;16;p13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" name="Google Shape;17;p13"/>
          <p:cNvSpPr/>
          <p:nvPr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8" name="Google Shape;18;p13"/>
          <p:cNvCxnSpPr/>
          <p:nvPr/>
        </p:nvCxnSpPr>
        <p:spPr>
          <a:xfrm flipH="1" rot="10800000">
            <a:off x="0" y="6020920"/>
            <a:ext cx="803275" cy="46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27">
          <p15:clr>
            <a:srgbClr val="F26B43"/>
          </p15:clr>
        </p15:guide>
        <p15:guide id="2" pos="7174">
          <p15:clr>
            <a:srgbClr val="F26B43"/>
          </p15:clr>
        </p15:guide>
        <p15:guide id="3" pos="506">
          <p15:clr>
            <a:srgbClr val="F26B43"/>
          </p15:clr>
        </p15:guide>
        <p15:guide id="4" orient="horz" pos="3793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2160">
          <p15:clr>
            <a:srgbClr val="F26B43"/>
          </p15:clr>
        </p15:guide>
        <p15:guide id="7" pos="3318">
          <p15:clr>
            <a:srgbClr val="F26B43"/>
          </p15:clr>
        </p15:guide>
        <p15:guide id="8" pos="436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1393e525ae_1_29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  <a:defRPr b="1" i="0" sz="36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1" name="Google Shape;731;g31393e525ae_1_29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32" name="Google Shape;732;g31393e525ae_1_293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33" name="Google Shape;733;g31393e525ae_1_293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34" name="Google Shape;734;g31393e525ae_1_293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5" name="Google Shape;735;g31393e525ae_1_2931"/>
          <p:cNvSpPr/>
          <p:nvPr/>
        </p:nvSpPr>
        <p:spPr>
          <a:xfrm>
            <a:off x="809310" y="5879656"/>
            <a:ext cx="283500" cy="2835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36" name="Google Shape;736;g31393e525ae_1_2931"/>
          <p:cNvCxnSpPr/>
          <p:nvPr/>
        </p:nvCxnSpPr>
        <p:spPr>
          <a:xfrm>
            <a:off x="11580000" y="6020920"/>
            <a:ext cx="612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7" name="Google Shape;737;g31393e525ae_1_2931"/>
          <p:cNvSpPr/>
          <p:nvPr/>
        </p:nvSpPr>
        <p:spPr>
          <a:xfrm>
            <a:off x="11466563" y="5966056"/>
            <a:ext cx="109800" cy="109800"/>
          </a:xfrm>
          <a:prstGeom prst="ellipse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738" name="Google Shape;738;g31393e525ae_1_2931"/>
          <p:cNvCxnSpPr/>
          <p:nvPr/>
        </p:nvCxnSpPr>
        <p:spPr>
          <a:xfrm flipH="1" rot="10800000">
            <a:off x="0" y="6020788"/>
            <a:ext cx="803400" cy="6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27">
          <p15:clr>
            <a:srgbClr val="F26B43"/>
          </p15:clr>
        </p15:guide>
        <p15:guide id="2" pos="7174">
          <p15:clr>
            <a:srgbClr val="F26B43"/>
          </p15:clr>
        </p15:guide>
        <p15:guide id="3" pos="506">
          <p15:clr>
            <a:srgbClr val="F26B43"/>
          </p15:clr>
        </p15:guide>
        <p15:guide id="4" orient="horz" pos="3793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2160">
          <p15:clr>
            <a:srgbClr val="F26B43"/>
          </p15:clr>
        </p15:guide>
        <p15:guide id="7" pos="3318">
          <p15:clr>
            <a:srgbClr val="F26B43"/>
          </p15:clr>
        </p15:guide>
        <p15:guide id="8" pos="43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Relationship Id="rId11" Type="http://schemas.openxmlformats.org/officeDocument/2006/relationships/image" Target="../media/image12.png"/><Relationship Id="rId10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Relationship Id="rId7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39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"/>
          <p:cNvSpPr txBox="1"/>
          <p:nvPr>
            <p:ph type="ctrTitle"/>
          </p:nvPr>
        </p:nvSpPr>
        <p:spPr>
          <a:xfrm>
            <a:off x="1524000" y="2462986"/>
            <a:ext cx="9144000" cy="1786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</a:pPr>
            <a:r>
              <a:rPr lang="en-US"/>
              <a:t>Big Data </a:t>
            </a:r>
            <a:br>
              <a:rPr lang="en-US"/>
            </a:br>
            <a:r>
              <a:rPr lang="en-US"/>
              <a:t>Infrastructure</a:t>
            </a:r>
            <a:endParaRPr/>
          </a:p>
        </p:txBody>
      </p:sp>
      <p:sp>
        <p:nvSpPr>
          <p:cNvPr id="1454" name="Google Shape;1454;p1"/>
          <p:cNvSpPr txBox="1"/>
          <p:nvPr>
            <p:ph idx="1" type="subTitle"/>
          </p:nvPr>
        </p:nvSpPr>
        <p:spPr>
          <a:xfrm>
            <a:off x="240632" y="5600700"/>
            <a:ext cx="11710736" cy="829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Group Members: P. Dyantyi, R. Bulannga, O. Mabuse, O. Magubeni, O. Menwe, M. Modiba</a:t>
            </a:r>
            <a:endParaRPr sz="2400"/>
          </a:p>
        </p:txBody>
      </p:sp>
      <p:sp>
        <p:nvSpPr>
          <p:cNvPr id="1455" name="Google Shape;1455;p1"/>
          <p:cNvSpPr txBox="1"/>
          <p:nvPr/>
        </p:nvSpPr>
        <p:spPr>
          <a:xfrm>
            <a:off x="10248600" y="6237350"/>
            <a:ext cx="194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Shibu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&#10;" id="1460" name="Google Shape;1460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83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2"/>
          <p:cNvSpPr txBox="1"/>
          <p:nvPr>
            <p:ph type="title"/>
          </p:nvPr>
        </p:nvSpPr>
        <p:spPr>
          <a:xfrm>
            <a:off x="6769767" y="336884"/>
            <a:ext cx="4618957" cy="8021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Gill Sans"/>
              <a:buNone/>
            </a:pPr>
            <a:r>
              <a:rPr lang="en-US"/>
              <a:t>Content</a:t>
            </a:r>
            <a:endParaRPr/>
          </a:p>
        </p:txBody>
      </p:sp>
      <p:sp>
        <p:nvSpPr>
          <p:cNvPr id="1462" name="Google Shape;1462;p2"/>
          <p:cNvSpPr txBox="1"/>
          <p:nvPr>
            <p:ph idx="1" type="subTitle"/>
          </p:nvPr>
        </p:nvSpPr>
        <p:spPr>
          <a:xfrm>
            <a:off x="6769767" y="2328554"/>
            <a:ext cx="4618957" cy="1970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Introduction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Tools Used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Implementation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Demonstration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Future Work &amp; Conclusion</a:t>
            </a:r>
            <a:endParaRPr/>
          </a:p>
        </p:txBody>
      </p:sp>
      <p:sp>
        <p:nvSpPr>
          <p:cNvPr id="1463" name="Google Shape;1463;p2"/>
          <p:cNvSpPr txBox="1"/>
          <p:nvPr/>
        </p:nvSpPr>
        <p:spPr>
          <a:xfrm>
            <a:off x="10025800" y="6327250"/>
            <a:ext cx="18054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Shibu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3"/>
          <p:cNvSpPr txBox="1"/>
          <p:nvPr>
            <p:ph type="title"/>
          </p:nvPr>
        </p:nvSpPr>
        <p:spPr>
          <a:xfrm>
            <a:off x="3992587" y="-2"/>
            <a:ext cx="5022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1469" name="Google Shape;1469;p3"/>
          <p:cNvSpPr txBox="1"/>
          <p:nvPr>
            <p:ph idx="3" type="body"/>
          </p:nvPr>
        </p:nvSpPr>
        <p:spPr>
          <a:xfrm>
            <a:off x="283275" y="1214025"/>
            <a:ext cx="7096200" cy="58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171971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11946"/>
              <a:buFont typeface="Gill Sans"/>
              <a:buChar char="•"/>
            </a:pPr>
            <a:r>
              <a:rPr lang="en-US" sz="2846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Problem Statement: Modern organizations face challenges in processing and analyzing large amounts of real-time and batch data from diverse sources like social media, IoT devices, and APIs.</a:t>
            </a:r>
            <a:endParaRPr sz="2846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46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5362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Gill Sans"/>
              <a:buChar char="•"/>
            </a:pPr>
            <a:r>
              <a:rPr lang="en-US" sz="2846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Objective: Design a scalable and efficient Big Data infrastructure using Lambda, Kappa, or IoT architectures to handle both real-time and batch data processing.</a:t>
            </a:r>
            <a:endParaRPr sz="2846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46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5362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Gill Sans"/>
              <a:buChar char="•"/>
            </a:pPr>
            <a:r>
              <a:rPr lang="en-US" sz="2846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Outcome: A robust system capable of ingesting, processing, and analyzing real-time and batch data, providing valuable insights through advanced machine learning models and data visualization tools.</a:t>
            </a:r>
            <a:endParaRPr sz="2846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</a:endParaRPr>
          </a:p>
        </p:txBody>
      </p:sp>
      <p:sp>
        <p:nvSpPr>
          <p:cNvPr id="1470" name="Google Shape;1470;p3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1" name="Google Shape;1471;p3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472" name="Google Shape;1472;p3"/>
          <p:cNvSpPr txBox="1"/>
          <p:nvPr/>
        </p:nvSpPr>
        <p:spPr>
          <a:xfrm>
            <a:off x="9185313" y="6176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Rofhiwa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73" name="Google Shape;147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050" y="2337250"/>
            <a:ext cx="4196976" cy="276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3"/>
          <p:cNvSpPr txBox="1"/>
          <p:nvPr/>
        </p:nvSpPr>
        <p:spPr>
          <a:xfrm>
            <a:off x="182400" y="836625"/>
            <a:ext cx="52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Background of building  Big Data Infrastructure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4"/>
          <p:cNvSpPr txBox="1"/>
          <p:nvPr>
            <p:ph type="title"/>
          </p:nvPr>
        </p:nvSpPr>
        <p:spPr>
          <a:xfrm>
            <a:off x="838200" y="365126"/>
            <a:ext cx="10515600" cy="652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</a:pPr>
            <a:r>
              <a:rPr lang="en-US"/>
              <a:t>TOOLS USED</a:t>
            </a:r>
            <a:endParaRPr/>
          </a:p>
        </p:txBody>
      </p:sp>
      <p:sp>
        <p:nvSpPr>
          <p:cNvPr id="1480" name="Google Shape;1480;p4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481" name="Google Shape;1481;p4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482" name="Google Shape;1482;p4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3" name="Google Shape;148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175" y="1772025"/>
            <a:ext cx="3287577" cy="12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1984" y="1559750"/>
            <a:ext cx="5933341" cy="40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2750" y="3638050"/>
            <a:ext cx="1625675" cy="12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0175" y="3638061"/>
            <a:ext cx="1599931" cy="12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7" name="Google Shape;1487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038" y="4852138"/>
            <a:ext cx="1729675" cy="11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8" name="Google Shape;1488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1388" y="1935456"/>
            <a:ext cx="1974975" cy="8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34925" y="5108913"/>
            <a:ext cx="2110428" cy="11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"/>
          <p:cNvSpPr txBox="1"/>
          <p:nvPr/>
        </p:nvSpPr>
        <p:spPr>
          <a:xfrm>
            <a:off x="9185313" y="6176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Rofhiwa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91" name="Google Shape;1491;p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326" y="3134651"/>
            <a:ext cx="2755925" cy="9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17099" y="5108925"/>
            <a:ext cx="1336975" cy="155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Google Shape;1497;g3138936414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00" y="1494050"/>
            <a:ext cx="6953326" cy="46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g3138936414d_0_0"/>
          <p:cNvSpPr txBox="1"/>
          <p:nvPr/>
        </p:nvSpPr>
        <p:spPr>
          <a:xfrm>
            <a:off x="1654650" y="118225"/>
            <a:ext cx="8882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IMPLEMENTATION </a:t>
            </a:r>
            <a:endParaRPr b="1" sz="34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Data Ingestion</a:t>
            </a:r>
            <a:endParaRPr sz="400"/>
          </a:p>
        </p:txBody>
      </p:sp>
      <p:sp>
        <p:nvSpPr>
          <p:cNvPr id="1499" name="Google Shape;1499;g3138936414d_0_0"/>
          <p:cNvSpPr txBox="1"/>
          <p:nvPr/>
        </p:nvSpPr>
        <p:spPr>
          <a:xfrm>
            <a:off x="7542975" y="1116850"/>
            <a:ext cx="4107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FFFF"/>
                </a:solidFill>
              </a:rPr>
              <a:t>Real-Time Data Ingestion</a:t>
            </a:r>
            <a:endParaRPr b="1" sz="2300">
              <a:solidFill>
                <a:srgbClr val="FFFFFF"/>
              </a:solidFill>
            </a:endParaRPr>
          </a:p>
        </p:txBody>
      </p:sp>
      <p:sp>
        <p:nvSpPr>
          <p:cNvPr id="1500" name="Google Shape;1500;g3138936414d_0_0"/>
          <p:cNvSpPr txBox="1"/>
          <p:nvPr/>
        </p:nvSpPr>
        <p:spPr>
          <a:xfrm>
            <a:off x="7368925" y="1670938"/>
            <a:ext cx="4701300" cy="3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Reddit API Integration:</a:t>
            </a:r>
            <a:endParaRPr b="1" sz="19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•Installed praw Python library for Reddit API.</a:t>
            </a:r>
            <a:endParaRPr sz="19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•Configured Reddit API access and fetched data from the learnpython subreddit.</a:t>
            </a:r>
            <a:endParaRPr sz="19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2. </a:t>
            </a:r>
            <a:r>
              <a:rPr b="1"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Amazon Kinesis Setup:</a:t>
            </a:r>
            <a:endParaRPr b="1" sz="19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•Installed boto3 for AWS service integration.</a:t>
            </a:r>
            <a:endParaRPr sz="19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•Streamed Reddit data to a Kinesis Stream (reddit-stream).</a:t>
            </a:r>
            <a:endParaRPr sz="19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BBBB"/>
              </a:solidFill>
            </a:endParaRPr>
          </a:p>
        </p:txBody>
      </p:sp>
      <p:sp>
        <p:nvSpPr>
          <p:cNvPr id="1501" name="Google Shape;1501;g3138936414d_0_0"/>
          <p:cNvSpPr txBox="1"/>
          <p:nvPr/>
        </p:nvSpPr>
        <p:spPr>
          <a:xfrm>
            <a:off x="8000950" y="4492325"/>
            <a:ext cx="3978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FFFF"/>
                </a:solidFill>
              </a:rPr>
              <a:t>Batch Data Ingestion</a:t>
            </a:r>
            <a:endParaRPr b="1" sz="2300">
              <a:solidFill>
                <a:srgbClr val="FFFFFF"/>
              </a:solidFill>
            </a:endParaRPr>
          </a:p>
        </p:txBody>
      </p:sp>
      <p:sp>
        <p:nvSpPr>
          <p:cNvPr id="1502" name="Google Shape;1502;g3138936414d_0_0"/>
          <p:cNvSpPr txBox="1"/>
          <p:nvPr/>
        </p:nvSpPr>
        <p:spPr>
          <a:xfrm>
            <a:off x="7593625" y="5031125"/>
            <a:ext cx="44043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•Batch data from Reddit, with attributes similar to real-time stream. CSV format stored in aws s3 bucket.</a:t>
            </a:r>
            <a:endParaRPr sz="19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3" name="Google Shape;1503;g3138936414d_0_0"/>
          <p:cNvSpPr txBox="1"/>
          <p:nvPr/>
        </p:nvSpPr>
        <p:spPr>
          <a:xfrm>
            <a:off x="10157375" y="63426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Rofhiwa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31393e525ae_1_729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13953"/>
              <a:buFont typeface="Gill Sans"/>
              <a:buNone/>
            </a:pPr>
            <a:r>
              <a:rPr lang="en-US" sz="4300"/>
              <a:t>IMPLEMENTATION</a:t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3333"/>
              <a:buFont typeface="Gill Sans"/>
              <a:buNone/>
            </a:pPr>
            <a:r>
              <a:rPr lang="en-US" sz="3000"/>
              <a:t>Hot path processing</a:t>
            </a:r>
            <a:endParaRPr sz="3000"/>
          </a:p>
        </p:txBody>
      </p:sp>
      <p:sp>
        <p:nvSpPr>
          <p:cNvPr id="1509" name="Google Shape;1509;g31393e525ae_1_729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MM.DD.20XX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10" name="Google Shape;1510;g31393e525ae_1_729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FOOTER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11" name="Google Shape;1511;g31393e525ae_1_729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2" name="Google Shape;1512;g31393e525ae_1_729"/>
          <p:cNvSpPr txBox="1"/>
          <p:nvPr>
            <p:ph idx="1" type="body"/>
          </p:nvPr>
        </p:nvSpPr>
        <p:spPr>
          <a:xfrm>
            <a:off x="513350" y="1469223"/>
            <a:ext cx="108405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940"/>
          </a:p>
          <a:p>
            <a:pPr indent="-35179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940"/>
              <a:buChar char="•"/>
            </a:pPr>
            <a:r>
              <a:rPr lang="en-US" sz="1940"/>
              <a:t>Collects Reddit posts using Reddit API with specific credentials, formats data (title, score, comments), and pushes to AWS Kinesis stream for real-time processing.</a:t>
            </a:r>
            <a:endParaRPr sz="194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940"/>
          </a:p>
          <a:p>
            <a:pPr indent="-35179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940"/>
              <a:buChar char="•"/>
            </a:pPr>
            <a:r>
              <a:rPr lang="en-US" sz="1940"/>
              <a:t>Streams Reddit post data to AWS Kinesis for scalable real-time data processing, where it can be stored, analyzed, or visualized using AWS services like DynamoDB and S3.</a:t>
            </a:r>
            <a:endParaRPr sz="1940"/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940"/>
          </a:p>
          <a:p>
            <a:pPr indent="-35179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940"/>
              <a:buChar char="•"/>
            </a:pPr>
            <a:r>
              <a:rPr lang="en-US" sz="1940"/>
              <a:t>Cleans Reddit post data by removing punctuation, tokenizing titles, and filtering out stopwords, ensuring consistency in text for further analysis.</a:t>
            </a:r>
            <a:endParaRPr sz="1940"/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940"/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940"/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940"/>
          </a:p>
        </p:txBody>
      </p:sp>
      <p:pic>
        <p:nvPicPr>
          <p:cNvPr id="1513" name="Google Shape;1513;g31393e525ae_1_729"/>
          <p:cNvPicPr preferRelativeResize="0"/>
          <p:nvPr/>
        </p:nvPicPr>
        <p:blipFill rotWithShape="1">
          <a:blip r:embed="rId3">
            <a:alphaModFix/>
          </a:blip>
          <a:srcRect b="-4755" l="7715" r="0" t="0"/>
          <a:stretch/>
        </p:blipFill>
        <p:spPr>
          <a:xfrm>
            <a:off x="308125" y="4941901"/>
            <a:ext cx="11250949" cy="12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g31393e525ae_1_729"/>
          <p:cNvSpPr txBox="1"/>
          <p:nvPr/>
        </p:nvSpPr>
        <p:spPr>
          <a:xfrm>
            <a:off x="9549375" y="6352325"/>
            <a:ext cx="23070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Ofentse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31393e525ae_1_1458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13953"/>
              <a:buFont typeface="Gill Sans"/>
              <a:buNone/>
            </a:pPr>
            <a:r>
              <a:rPr lang="en-US" sz="4300"/>
              <a:t>IMPLEMENTATION</a:t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3333"/>
              <a:buFont typeface="Gill Sans"/>
              <a:buNone/>
            </a:pPr>
            <a:r>
              <a:rPr lang="en-US" sz="3000"/>
              <a:t>Hot path processing</a:t>
            </a:r>
            <a:endParaRPr sz="3000"/>
          </a:p>
        </p:txBody>
      </p:sp>
      <p:sp>
        <p:nvSpPr>
          <p:cNvPr id="1520" name="Google Shape;1520;g31393e525ae_1_1458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1" name="Google Shape;1521;g31393e525ae_1_1458"/>
          <p:cNvSpPr txBox="1"/>
          <p:nvPr>
            <p:ph idx="1" type="body"/>
          </p:nvPr>
        </p:nvSpPr>
        <p:spPr>
          <a:xfrm>
            <a:off x="513347" y="1469218"/>
            <a:ext cx="10840500" cy="4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Adds features like sentiment polarity, post age, popularity score, and author activity, transforming raw Reddit data into more useful attributes for analysis.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Performs sentiment analysis on Reddit post titles using TextBlob to classify sentiment polarity (positive, neutral, negative), aiding in post classification and trend analysis.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Identifies anomalies in Reddit post data using Z-score method for score, num_comments, and popularity_score columns, flagging outliers as potential anomalies for further investigation.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2" name="Google Shape;1522;g31393e525ae_1_14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075" y="4081775"/>
            <a:ext cx="5843876" cy="26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1393e525ae_1_2919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13953"/>
              <a:buFont typeface="Gill Sans"/>
              <a:buNone/>
            </a:pPr>
            <a:r>
              <a:rPr lang="en-US" sz="4300"/>
              <a:t>IMPLEMENTATION</a:t>
            </a:r>
            <a:endParaRPr sz="4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3333"/>
              <a:buFont typeface="Gill Sans"/>
              <a:buNone/>
            </a:pPr>
            <a:r>
              <a:rPr lang="en-US" sz="3000"/>
              <a:t>Hot path processing</a:t>
            </a:r>
            <a:endParaRPr sz="3000"/>
          </a:p>
        </p:txBody>
      </p:sp>
      <p:sp>
        <p:nvSpPr>
          <p:cNvPr id="1528" name="Google Shape;1528;g31393e525ae_1_2919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MM.DD.20XX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29" name="Google Shape;1529;g31393e525ae_1_2919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FOOTER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30" name="Google Shape;1530;g31393e525ae_1_2919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Quattrocento San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531" name="Google Shape;1531;g31393e525ae_1_29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75" y="1386249"/>
            <a:ext cx="11089652" cy="10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g31393e525ae_1_29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4050" y="3044885"/>
            <a:ext cx="4518650" cy="370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g31393e525ae_1_29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75" y="2926075"/>
            <a:ext cx="5846876" cy="341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4" name="Google Shape;1534;g31393e525ae_1_2919"/>
          <p:cNvCxnSpPr>
            <a:stCxn id="1531" idx="2"/>
            <a:endCxn id="1533" idx="0"/>
          </p:cNvCxnSpPr>
          <p:nvPr/>
        </p:nvCxnSpPr>
        <p:spPr>
          <a:xfrm rot="5400000">
            <a:off x="4197351" y="1279524"/>
            <a:ext cx="446400" cy="284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5" name="Google Shape;1535;g31393e525ae_1_2919"/>
          <p:cNvCxnSpPr>
            <a:stCxn id="1533" idx="3"/>
            <a:endCxn id="1532" idx="1"/>
          </p:cNvCxnSpPr>
          <p:nvPr/>
        </p:nvCxnSpPr>
        <p:spPr>
          <a:xfrm>
            <a:off x="5920751" y="4634600"/>
            <a:ext cx="1473300" cy="26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138995c4a1_1_17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909"/>
              <a:t>IMPLEMENTATION  </a:t>
            </a:r>
            <a:br>
              <a:rPr lang="en-US" sz="2740"/>
            </a:br>
            <a:r>
              <a:rPr lang="en-US" sz="2740"/>
              <a:t>Data Analysis</a:t>
            </a:r>
            <a:endParaRPr sz="2740"/>
          </a:p>
        </p:txBody>
      </p:sp>
      <p:sp>
        <p:nvSpPr>
          <p:cNvPr id="1541" name="Google Shape;1541;g3138995c4a1_1_17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542" name="Google Shape;1542;g3138995c4a1_1_17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543" name="Google Shape;1543;g3138995c4a1_1_17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4" name="Google Shape;1544;g3138995c4a1_1_17"/>
          <p:cNvSpPr txBox="1"/>
          <p:nvPr/>
        </p:nvSpPr>
        <p:spPr>
          <a:xfrm>
            <a:off x="786600" y="1386250"/>
            <a:ext cx="106188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reddit datasets collected had different categories such as Entrepreneur, High School, Teens, etc. 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Analysis was done using Pyspark to discover patterns in the data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45" name="Google Shape;1545;g3138995c4a1_1_17"/>
          <p:cNvSpPr txBox="1"/>
          <p:nvPr/>
        </p:nvSpPr>
        <p:spPr>
          <a:xfrm>
            <a:off x="163000" y="624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Shibu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546" name="Google Shape;1546;g3138995c4a1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900" y="2855925"/>
            <a:ext cx="6661773" cy="33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g3138995c4a1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7075" y="3124150"/>
            <a:ext cx="4962527" cy="27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313bae46a5f_1_0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4" name="Google Shape;1554;g313bae46a5f_1_0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909"/>
              <a:t>IMPLEMENTATION  </a:t>
            </a:r>
            <a:br>
              <a:rPr lang="en-US" sz="2740"/>
            </a:br>
            <a:r>
              <a:rPr lang="en-US" sz="2740"/>
              <a:t>Data Analysis</a:t>
            </a:r>
            <a:endParaRPr sz="2740"/>
          </a:p>
        </p:txBody>
      </p:sp>
      <p:pic>
        <p:nvPicPr>
          <p:cNvPr id="1555" name="Google Shape;1555;g313bae46a5f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788" y="1721757"/>
            <a:ext cx="3663550" cy="2204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g313bae46a5f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275" y="1803925"/>
            <a:ext cx="3663552" cy="219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g313bae46a5f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671" y="4397120"/>
            <a:ext cx="6133592" cy="219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g313bae46a5f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23612" y="4397101"/>
            <a:ext cx="5181137" cy="2123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g313bae46a5f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58300" y="1721750"/>
            <a:ext cx="3746460" cy="22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313bae46a5f_1_17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6" name="Google Shape;1566;g313bae46a5f_1_17"/>
          <p:cNvSpPr txBox="1"/>
          <p:nvPr>
            <p:ph idx="1" type="body"/>
          </p:nvPr>
        </p:nvSpPr>
        <p:spPr>
          <a:xfrm>
            <a:off x="775550" y="1500925"/>
            <a:ext cx="10515600" cy="162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Analysis on the created features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The year 2019 had most posts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The month of May had most posts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Peak hour for posts is 4pm</a:t>
            </a:r>
            <a:endParaRPr sz="2600"/>
          </a:p>
        </p:txBody>
      </p:sp>
      <p:sp>
        <p:nvSpPr>
          <p:cNvPr id="1567" name="Google Shape;1567;g313bae46a5f_1_17"/>
          <p:cNvSpPr txBox="1"/>
          <p:nvPr>
            <p:ph type="title"/>
          </p:nvPr>
        </p:nvSpPr>
        <p:spPr>
          <a:xfrm>
            <a:off x="838200" y="63322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909"/>
              <a:t>IMPLEMENTATION  </a:t>
            </a:r>
            <a:br>
              <a:rPr lang="en-US" sz="2740"/>
            </a:br>
            <a:r>
              <a:rPr lang="en-US" sz="2740"/>
              <a:t>Data Analysis</a:t>
            </a:r>
            <a:endParaRPr sz="2740"/>
          </a:p>
        </p:txBody>
      </p:sp>
      <p:pic>
        <p:nvPicPr>
          <p:cNvPr id="1568" name="Google Shape;1568;g313bae46a5f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25" y="3818087"/>
            <a:ext cx="3880726" cy="224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g313bae46a5f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1125" y="3818087"/>
            <a:ext cx="3704454" cy="22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g313bae46a5f_1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5900" y="3806374"/>
            <a:ext cx="3704449" cy="2271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138995c4a1_1_25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909"/>
              <a:t>IMPLEMENTATION  </a:t>
            </a:r>
            <a:br>
              <a:rPr lang="en-US" sz="2740"/>
            </a:br>
            <a:r>
              <a:rPr lang="en-US" sz="2740"/>
              <a:t>Data Processing &amp; Feature Creation</a:t>
            </a:r>
            <a:endParaRPr sz="2740"/>
          </a:p>
        </p:txBody>
      </p:sp>
      <p:sp>
        <p:nvSpPr>
          <p:cNvPr id="1576" name="Google Shape;1576;g3138995c4a1_1_25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577" name="Google Shape;1577;g3138995c4a1_1_25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578" name="Google Shape;1578;g3138995c4a1_1_25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9" name="Google Shape;1579;g3138995c4a1_1_25"/>
          <p:cNvSpPr txBox="1"/>
          <p:nvPr/>
        </p:nvSpPr>
        <p:spPr>
          <a:xfrm>
            <a:off x="786600" y="1386250"/>
            <a:ext cx="106188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comments column was cleaned by remove special characters, extra spaces, replacing URLs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Based on the analysis, a few features were derived that seemed useful to use in the machine learning model.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 of the features created are: 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Post_date, Post_time, Post_year, Post_month, Post_day, post_hour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580" name="Google Shape;1580;g3138995c4a1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949" y="4118076"/>
            <a:ext cx="9804499" cy="16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3136d343f76_0_2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909"/>
              <a:t>IMPLEMENTATION  </a:t>
            </a:r>
            <a:br>
              <a:rPr lang="en-US" sz="2740"/>
            </a:br>
            <a:r>
              <a:rPr lang="en-US" sz="2740"/>
              <a:t>Machine Learning </a:t>
            </a:r>
            <a:endParaRPr sz="2740"/>
          </a:p>
        </p:txBody>
      </p:sp>
      <p:sp>
        <p:nvSpPr>
          <p:cNvPr id="1586" name="Google Shape;1586;g3136d343f76_0_2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587" name="Google Shape;1587;g3136d343f76_0_2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588" name="Google Shape;1588;g3136d343f76_0_2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9" name="Google Shape;1589;g3136d343f76_0_2"/>
          <p:cNvSpPr txBox="1"/>
          <p:nvPr/>
        </p:nvSpPr>
        <p:spPr>
          <a:xfrm>
            <a:off x="838200" y="1690125"/>
            <a:ext cx="106188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dataset was sourced from an S3 bucket containing historical batch data and was augmented by fetching real-time data streams from the Reddit API.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 data exploration was conducted to identify and clean null values, inconsistencies, and any non-numerical entries within features.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String-based 'NaN' values were standardized and handled to prevent issues during modeling.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significant class imbalance was observed within the training data, with some classes having fewer than two samples.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Quattrocento Sans"/>
              <a:buChar char="●"/>
            </a:pPr>
            <a:r>
              <a:rPr lang="en-US" sz="21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SMOTE (Synthetic Minority Oversampling Technique) algorithm was applied to balance the class distribution. This resulted in an equal number of samples (e.g., 10,203) for each class.</a:t>
            </a:r>
            <a:endParaRPr sz="21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0" name="Google Shape;1590;g3136d343f76_0_2"/>
          <p:cNvSpPr txBox="1"/>
          <p:nvPr/>
        </p:nvSpPr>
        <p:spPr>
          <a:xfrm>
            <a:off x="9185375" y="61949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Tshepi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3138995c4a1_1_1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909"/>
              <a:t>IMPLEMENTATION  </a:t>
            </a:r>
            <a:br>
              <a:rPr lang="en-US" sz="2740"/>
            </a:br>
            <a:r>
              <a:rPr lang="en-US" sz="2740"/>
              <a:t>Machine Learning</a:t>
            </a:r>
            <a:endParaRPr sz="2740"/>
          </a:p>
        </p:txBody>
      </p:sp>
      <p:sp>
        <p:nvSpPr>
          <p:cNvPr id="1596" name="Google Shape;1596;g3138995c4a1_1_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597" name="Google Shape;1597;g3138995c4a1_1_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598" name="Google Shape;1598;g3138995c4a1_1_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9" name="Google Shape;1599;g3138995c4a1_1_1"/>
          <p:cNvSpPr txBox="1"/>
          <p:nvPr>
            <p:ph idx="1" type="body"/>
          </p:nvPr>
        </p:nvSpPr>
        <p:spPr>
          <a:xfrm>
            <a:off x="838200" y="1476788"/>
            <a:ext cx="10515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-"/>
            </a:pPr>
            <a:r>
              <a:rPr lang="en-US" sz="2100"/>
              <a:t>Features selected for training included numerical and timestamp-related columns such as num_comments, upvotes, post_hour, post_day, post_month, and calculated title_length.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US" sz="2100"/>
              <a:t>“title_length” was calculated based on the number of characters in post titles.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-US" sz="2100"/>
              <a:t>The target variable “Flair” was label-encoded to prepare for multi-class classification.</a:t>
            </a:r>
            <a:endParaRPr sz="2100"/>
          </a:p>
        </p:txBody>
      </p:sp>
      <p:pic>
        <p:nvPicPr>
          <p:cNvPr id="1600" name="Google Shape;1600;g3138995c4a1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250" y="3087725"/>
            <a:ext cx="9071950" cy="352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g3138995c4a1_1_1"/>
          <p:cNvSpPr txBox="1"/>
          <p:nvPr/>
        </p:nvSpPr>
        <p:spPr>
          <a:xfrm>
            <a:off x="10995375" y="624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Tshepi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7"/>
          <p:cNvSpPr txBox="1"/>
          <p:nvPr>
            <p:ph type="title"/>
          </p:nvPr>
        </p:nvSpPr>
        <p:spPr>
          <a:xfrm>
            <a:off x="838200" y="220747"/>
            <a:ext cx="10515600" cy="103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809"/>
              <a:t>IMPLEMENTATION  </a:t>
            </a:r>
            <a:br>
              <a:rPr lang="en-US" sz="2640"/>
            </a:br>
            <a:r>
              <a:rPr lang="en-US" sz="2640"/>
              <a:t>Machine Learning</a:t>
            </a:r>
            <a:endParaRPr sz="2640"/>
          </a:p>
        </p:txBody>
      </p:sp>
      <p:sp>
        <p:nvSpPr>
          <p:cNvPr id="1607" name="Google Shape;1607;p7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MM.DD.20XX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08" name="Google Shape;1608;p7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FOOTER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09" name="Google Shape;1609;p7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Quattrocento San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10" name="Google Shape;1610;p7"/>
          <p:cNvSpPr txBox="1"/>
          <p:nvPr>
            <p:ph idx="1" type="body"/>
          </p:nvPr>
        </p:nvSpPr>
        <p:spPr>
          <a:xfrm>
            <a:off x="513350" y="1469225"/>
            <a:ext cx="108405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This part involves building a machine learning pipeline to predict the 'Flair' of Reddit posts. </a:t>
            </a:r>
            <a:endParaRPr sz="2100"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This prediction helps automate content categorization, streamline moderation, and enhance user experience by organizing posts according to their topics or types.</a:t>
            </a:r>
            <a:endParaRPr sz="2100"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The dataset for this project is retrieved as batch data and real-time streaming from the Reddit API.</a:t>
            </a:r>
            <a:endParaRPr sz="2100"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A Stochastic Gradient Descent (SGD) classifier was chosen for training due to its scalability for large datasets and multiclass capabilities.</a:t>
            </a:r>
            <a:endParaRPr sz="2100"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The training process was conducted on an ml.m5.2xlarge instance, optimized for machine learning workloads.</a:t>
            </a:r>
            <a:endParaRPr sz="21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762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611" name="Google Shape;161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600" y="3060500"/>
            <a:ext cx="6704451" cy="355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3138c62fc66_0_4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8" name="Google Shape;1618;g3138c62fc66_0_4"/>
          <p:cNvSpPr txBox="1"/>
          <p:nvPr>
            <p:ph idx="1" type="body"/>
          </p:nvPr>
        </p:nvSpPr>
        <p:spPr>
          <a:xfrm>
            <a:off x="692275" y="1631875"/>
            <a:ext cx="5257800" cy="453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300"/>
              <a:t>Validation Accuracy: 0.75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Classification Report: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300"/>
              <a:t>      </a:t>
            </a:r>
            <a:r>
              <a:rPr lang="en-US" sz="1566"/>
              <a:t>precision	recall  f1-score   support</a:t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66"/>
              <a:t>       	0   	0.76  	0.74  	0.75 	15000</a:t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66"/>
              <a:t>       	1   	0.77  	0.76  	0.76 	15200</a:t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66"/>
              <a:t>       	2   	0.73  	0.72  	0.72 	14800</a:t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66"/>
              <a:t>       	3   	0.74  	0.75  	0.74 	15150</a:t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66"/>
              <a:t>       	4   	0.76  	0.77  	0.76 	15050</a:t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66"/>
              <a:t>macro avg   	0.75  	0.75  	0.75 	75200</a:t>
            </a:r>
            <a:endParaRPr sz="1566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66"/>
              <a:t>weighted avg   	0.75  	0.75  	0.75 	75200</a:t>
            </a:r>
            <a:endParaRPr sz="1566"/>
          </a:p>
        </p:txBody>
      </p:sp>
      <p:sp>
        <p:nvSpPr>
          <p:cNvPr id="1619" name="Google Shape;1619;g3138c62fc66_0_4"/>
          <p:cNvSpPr txBox="1"/>
          <p:nvPr/>
        </p:nvSpPr>
        <p:spPr>
          <a:xfrm>
            <a:off x="6418600" y="1631875"/>
            <a:ext cx="52578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 Information:</a:t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•	First 5 predictions: [3, 1, 0, 4, 2]</a:t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•	First 5 actual values: [3, 1, 0, 4, 2]</a:t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Additional Notes:</a:t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•	The model shows balanced precision and recall across most classes.</a:t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•	The F1-scores indicate consistent model performance with an average of 0.75.</a:t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•	The validation accuracy is 0.75, which suggests reasonable generalization to unseen data.</a:t>
            </a:r>
            <a:endParaRPr sz="20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1620" name="Google Shape;1620;g3138c62fc66_0_4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809"/>
              <a:t>IMPLEMENTATION  </a:t>
            </a:r>
            <a:br>
              <a:rPr lang="en-US" sz="2640"/>
            </a:br>
            <a:r>
              <a:rPr lang="en-US" sz="2640"/>
              <a:t>Machine Learning - Results </a:t>
            </a:r>
            <a:endParaRPr sz="264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8"/>
          <p:cNvSpPr txBox="1"/>
          <p:nvPr>
            <p:ph type="title"/>
          </p:nvPr>
        </p:nvSpPr>
        <p:spPr>
          <a:xfrm>
            <a:off x="645693" y="118466"/>
            <a:ext cx="11113168" cy="1084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809"/>
              <a:t>IMPLEMENTATION  </a:t>
            </a:r>
            <a:br>
              <a:rPr lang="en-US" sz="2640"/>
            </a:br>
            <a:r>
              <a:rPr lang="en-US" sz="2640"/>
              <a:t>Data Visualisation: Batch Data</a:t>
            </a:r>
            <a:endParaRPr sz="2640"/>
          </a:p>
        </p:txBody>
      </p:sp>
      <p:sp>
        <p:nvSpPr>
          <p:cNvPr id="1626" name="Google Shape;1626;p8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627" name="Google Shape;1627;p8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FOOTER</a:t>
            </a:r>
            <a:endParaRPr/>
          </a:p>
        </p:txBody>
      </p:sp>
      <p:sp>
        <p:nvSpPr>
          <p:cNvPr id="1628" name="Google Shape;1628;p8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9" name="Google Shape;16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25" y="1625000"/>
            <a:ext cx="11773885" cy="43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8"/>
          <p:cNvSpPr txBox="1"/>
          <p:nvPr/>
        </p:nvSpPr>
        <p:spPr>
          <a:xfrm>
            <a:off x="9779225" y="61769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Phila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3136bede127_0_12"/>
          <p:cNvSpPr txBox="1"/>
          <p:nvPr>
            <p:ph type="title"/>
          </p:nvPr>
        </p:nvSpPr>
        <p:spPr>
          <a:xfrm>
            <a:off x="838200" y="313874"/>
            <a:ext cx="10515600" cy="104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509"/>
              <a:t>IMPLEMENTATION  </a:t>
            </a:r>
            <a:br>
              <a:rPr lang="en-US" sz="2340"/>
            </a:br>
            <a:r>
              <a:rPr lang="en-US" sz="2340"/>
              <a:t>Data Visualisation: Real-time Data</a:t>
            </a:r>
            <a:endParaRPr sz="2340"/>
          </a:p>
        </p:txBody>
      </p:sp>
      <p:sp>
        <p:nvSpPr>
          <p:cNvPr id="1637" name="Google Shape;1637;g3136bede127_0_12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8" name="Google Shape;1638;g3136bede127_0_12"/>
          <p:cNvSpPr txBox="1"/>
          <p:nvPr>
            <p:ph idx="1" type="body"/>
          </p:nvPr>
        </p:nvSpPr>
        <p:spPr>
          <a:xfrm>
            <a:off x="0" y="1998588"/>
            <a:ext cx="3925800" cy="35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AutoNum type="arabicPeriod"/>
            </a:pPr>
            <a:r>
              <a:rPr b="1" lang="en-US" sz="1900">
                <a:solidFill>
                  <a:srgbClr val="FFFFFF"/>
                </a:solidFill>
              </a:rPr>
              <a:t>Creating a Data Source in Athena</a:t>
            </a:r>
            <a:endParaRPr b="1" sz="1900">
              <a:solidFill>
                <a:srgbClr val="FFFFFF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AutoNum type="arabicPeriod"/>
            </a:pPr>
            <a:r>
              <a:rPr b="1" lang="en-US" sz="1900">
                <a:solidFill>
                  <a:srgbClr val="FFFFFF"/>
                </a:solidFill>
              </a:rPr>
              <a:t>Establishing a Connection Using AWS Lambda</a:t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AutoNum type="arabicPeriod"/>
            </a:pPr>
            <a:r>
              <a:rPr b="1" lang="en-US" sz="1900">
                <a:solidFill>
                  <a:srgbClr val="FFFFFF"/>
                </a:solidFill>
              </a:rPr>
              <a:t>Querying the DynamoDB Table</a:t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AutoNum type="arabicPeriod"/>
            </a:pPr>
            <a:r>
              <a:rPr b="1" lang="en-US" sz="1900">
                <a:solidFill>
                  <a:srgbClr val="FFFFFF"/>
                </a:solidFill>
              </a:rPr>
              <a:t>Storing Query Results in S3</a:t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AutoNum type="arabicPeriod"/>
            </a:pPr>
            <a:r>
              <a:rPr b="1" lang="en-US" sz="1900">
                <a:solidFill>
                  <a:srgbClr val="FFFFFF"/>
                </a:solidFill>
              </a:rPr>
              <a:t>Automating Data Updates</a:t>
            </a:r>
            <a:endParaRPr sz="1900">
              <a:solidFill>
                <a:srgbClr val="FFFFFF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AutoNum type="arabicPeriod"/>
            </a:pPr>
            <a:r>
              <a:rPr b="1" lang="en-US" sz="1900">
                <a:solidFill>
                  <a:srgbClr val="FFFFFF"/>
                </a:solidFill>
              </a:rPr>
              <a:t>Visualizing Data with Amazon QuickSight</a:t>
            </a:r>
            <a:endParaRPr b="1" sz="19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1639" name="Google Shape;1639;g3136bede127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800" y="1666625"/>
            <a:ext cx="8012551" cy="43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g3136bede127_0_12"/>
          <p:cNvSpPr txBox="1"/>
          <p:nvPr/>
        </p:nvSpPr>
        <p:spPr>
          <a:xfrm>
            <a:off x="213125" y="61769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Phila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9"/>
          <p:cNvSpPr txBox="1"/>
          <p:nvPr>
            <p:ph type="title"/>
          </p:nvPr>
        </p:nvSpPr>
        <p:spPr>
          <a:xfrm>
            <a:off x="838200" y="220747"/>
            <a:ext cx="10515600" cy="1030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10"/>
              <a:buFont typeface="Gill Sans"/>
              <a:buNone/>
            </a:pPr>
            <a:r>
              <a:rPr lang="en-US" sz="3609"/>
              <a:t>IMPLEMENTATION  </a:t>
            </a:r>
            <a:br>
              <a:rPr lang="en-US" sz="2440"/>
            </a:br>
            <a:r>
              <a:rPr lang="en-US" sz="2440"/>
              <a:t>Deployment/ Pipeline</a:t>
            </a:r>
            <a:endParaRPr sz="2440"/>
          </a:p>
        </p:txBody>
      </p:sp>
      <p:sp>
        <p:nvSpPr>
          <p:cNvPr id="1646" name="Google Shape;1646;p9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MM.DD.20XX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7" name="Google Shape;1647;p9"/>
          <p:cNvSpPr txBox="1"/>
          <p:nvPr>
            <p:ph idx="11" type="ftr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FOOTER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8" name="Google Shape;1648;p9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Quattrocento San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9" name="Google Shape;1649;p9"/>
          <p:cNvSpPr txBox="1"/>
          <p:nvPr>
            <p:ph idx="1" type="body"/>
          </p:nvPr>
        </p:nvSpPr>
        <p:spPr>
          <a:xfrm>
            <a:off x="513350" y="1496125"/>
            <a:ext cx="5192100" cy="4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Continuous Integration or Continuous Delivery/ Distribution (</a:t>
            </a:r>
            <a:r>
              <a:rPr lang="en-US" sz="1600"/>
              <a:t>CI/CD) Pipeline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CI: The automated integration and testing of code changes.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CD</a:t>
            </a:r>
            <a:r>
              <a:rPr lang="en-US" sz="1600"/>
              <a:t>:</a:t>
            </a:r>
            <a:r>
              <a:rPr lang="en-US" sz="1600"/>
              <a:t> The automated deployment of tested code to production or staging environments.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Advantages: faster development cycles, bugs and errors  identification and logging.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/>
              <a:t>GitHub Actions Overview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Event Triggers: Triggers depending on certain occurrences, such as pushing to the repository.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Jobs: Creates several jobs that may be executed concurrently or sequentially.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Steps: Each job consists of a sequence of operations that execute instructions, actions, or scripts.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Actions: Pre-built code that simplifies tasks.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Securely handles credentials as secrets to protect sensitive information.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650" name="Google Shape;1650;p9"/>
          <p:cNvPicPr preferRelativeResize="0"/>
          <p:nvPr/>
        </p:nvPicPr>
        <p:blipFill rotWithShape="1">
          <a:blip r:embed="rId3">
            <a:alphaModFix/>
          </a:blip>
          <a:srcRect b="-11750" l="0" r="-56494" t="11750"/>
          <a:stretch/>
        </p:blipFill>
        <p:spPr>
          <a:xfrm>
            <a:off x="5652888" y="4077600"/>
            <a:ext cx="10293450" cy="27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2900" y="1447225"/>
            <a:ext cx="6539101" cy="22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2" name="Google Shape;1652;p9"/>
          <p:cNvSpPr txBox="1"/>
          <p:nvPr/>
        </p:nvSpPr>
        <p:spPr>
          <a:xfrm>
            <a:off x="1228675" y="61775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Onela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31373f3a74c_1_1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28947"/>
              <a:buFont typeface="Gill Sans"/>
              <a:buNone/>
            </a:pPr>
            <a:r>
              <a:rPr lang="en-US" sz="3800"/>
              <a:t>IMPLEMENTATION</a:t>
            </a:r>
            <a:endParaRPr sz="3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82231"/>
              <a:buFont typeface="Gill Sans"/>
              <a:buNone/>
            </a:pPr>
            <a:r>
              <a:rPr lang="en-US" sz="2688"/>
              <a:t>Deployment/Pipeline</a:t>
            </a:r>
            <a:r>
              <a:rPr lang="en-US" sz="3800"/>
              <a:t>  </a:t>
            </a:r>
            <a:endParaRPr sz="2500"/>
          </a:p>
        </p:txBody>
      </p:sp>
      <p:sp>
        <p:nvSpPr>
          <p:cNvPr id="1658" name="Google Shape;1658;g31373f3a74c_1_1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MM.DD.20XX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9" name="Google Shape;1659;g31373f3a74c_1_1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FOOTER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60" name="Google Shape;1660;g31373f3a74c_1_1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Quattrocento San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61" name="Google Shape;1661;g31373f3a74c_1_1"/>
          <p:cNvSpPr txBox="1"/>
          <p:nvPr>
            <p:ph idx="1" type="body"/>
          </p:nvPr>
        </p:nvSpPr>
        <p:spPr>
          <a:xfrm>
            <a:off x="513350" y="1386250"/>
            <a:ext cx="6925800" cy="5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AWS CodePipeline 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Fully managed CI/CD service that automates the build, test, and deployment processes.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Manages code integration and testing procedures in GitHub Actions.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Takes over deployment after the code passes testing in GitHub Actions.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Essential for detecting errors early in the process.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Benefits of CI/CD Setup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Automation: Code is automatically integrated and deployed to Amazon Web Services.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Increased efficiency through faster testing, deployment, and rollback.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Ability to configure cron jobs or schedule tasks.</a:t>
            </a:r>
            <a:endParaRPr sz="1700"/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Scalability: Easily expandable to accommodate complicated workflows or additional services.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662" name="Google Shape;1662;g31373f3a74c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3350" y="1428750"/>
            <a:ext cx="4438650" cy="546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3138c62fc66_4_0"/>
          <p:cNvSpPr txBox="1"/>
          <p:nvPr>
            <p:ph type="title"/>
          </p:nvPr>
        </p:nvSpPr>
        <p:spPr>
          <a:xfrm>
            <a:off x="838200" y="220747"/>
            <a:ext cx="10515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28947"/>
              <a:buFont typeface="Gill Sans"/>
              <a:buNone/>
            </a:pPr>
            <a:r>
              <a:rPr lang="en-US" sz="3800"/>
              <a:t>IMPLEMENTATION</a:t>
            </a:r>
            <a:endParaRPr sz="3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82231"/>
              <a:buFont typeface="Gill Sans"/>
              <a:buNone/>
            </a:pPr>
            <a:r>
              <a:rPr lang="en-US" sz="2688"/>
              <a:t>Deployment/Pipeline</a:t>
            </a:r>
            <a:r>
              <a:rPr lang="en-US" sz="3800"/>
              <a:t>  </a:t>
            </a:r>
            <a:endParaRPr sz="2500"/>
          </a:p>
        </p:txBody>
      </p:sp>
      <p:sp>
        <p:nvSpPr>
          <p:cNvPr id="1668" name="Google Shape;1668;g3138c62fc66_4_0"/>
          <p:cNvSpPr txBox="1"/>
          <p:nvPr>
            <p:ph idx="10" type="dt"/>
          </p:nvPr>
        </p:nvSpPr>
        <p:spPr>
          <a:xfrm>
            <a:off x="10016836" y="5878720"/>
            <a:ext cx="1337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MM.DD.20XX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69" name="Google Shape;1669;g3138c62fc66_4_0"/>
          <p:cNvSpPr txBox="1"/>
          <p:nvPr>
            <p:ph idx="11" type="ftr"/>
          </p:nvPr>
        </p:nvSpPr>
        <p:spPr>
          <a:xfrm>
            <a:off x="1169960" y="5878720"/>
            <a:ext cx="2915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FOOTER</a:t>
            </a:r>
            <a:endParaRPr b="0" i="0" sz="10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0" name="Google Shape;1670;g3138c62fc66_4_0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Quattrocento Sans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1" name="Google Shape;1671;g3138c62fc66_4_0"/>
          <p:cNvSpPr txBox="1"/>
          <p:nvPr>
            <p:ph idx="1" type="body"/>
          </p:nvPr>
        </p:nvSpPr>
        <p:spPr>
          <a:xfrm>
            <a:off x="513350" y="1469219"/>
            <a:ext cx="108405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1600"/>
              <a:t>GitHub Actions' built-in notification system to send emails when a job fails.</a:t>
            </a:r>
            <a:endParaRPr sz="2500"/>
          </a:p>
        </p:txBody>
      </p:sp>
      <p:pic>
        <p:nvPicPr>
          <p:cNvPr id="1672" name="Google Shape;1672;g3138c62fc66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50" y="2129113"/>
            <a:ext cx="5979200" cy="287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g3138c62fc66_4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7850" y="2129125"/>
            <a:ext cx="5361275" cy="28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0"/>
          <p:cNvSpPr txBox="1"/>
          <p:nvPr>
            <p:ph type="ctrTitle"/>
          </p:nvPr>
        </p:nvSpPr>
        <p:spPr>
          <a:xfrm>
            <a:off x="1411705" y="2495071"/>
            <a:ext cx="9829800" cy="1786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Gill Sans"/>
              <a:buNone/>
            </a:pPr>
            <a:r>
              <a:rPr lang="en-US" sz="7200"/>
              <a:t>DEMONSTRATION</a:t>
            </a:r>
            <a:endParaRPr sz="7200"/>
          </a:p>
        </p:txBody>
      </p:sp>
      <p:sp>
        <p:nvSpPr>
          <p:cNvPr id="1679" name="Google Shape;1679;p10"/>
          <p:cNvSpPr txBox="1"/>
          <p:nvPr>
            <p:ph idx="10" type="dt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MM.DD.20XX</a:t>
            </a:r>
            <a:endParaRPr/>
          </a:p>
        </p:txBody>
      </p:sp>
      <p:sp>
        <p:nvSpPr>
          <p:cNvPr id="1680" name="Google Shape;1680;p10"/>
          <p:cNvSpPr txBox="1"/>
          <p:nvPr>
            <p:ph idx="12" type="sldNum"/>
          </p:nvPr>
        </p:nvSpPr>
        <p:spPr>
          <a:xfrm>
            <a:off x="778643" y="5879656"/>
            <a:ext cx="354492" cy="297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13966eb66d_0_0"/>
          <p:cNvSpPr txBox="1"/>
          <p:nvPr>
            <p:ph type="title"/>
          </p:nvPr>
        </p:nvSpPr>
        <p:spPr>
          <a:xfrm>
            <a:off x="2225274" y="75759"/>
            <a:ext cx="8460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Gill Sans"/>
              <a:buNone/>
            </a:pPr>
            <a:r>
              <a:rPr lang="en-US"/>
              <a:t>FUTURE WORK &amp; CONCLUSION </a:t>
            </a:r>
            <a:endParaRPr/>
          </a:p>
        </p:txBody>
      </p:sp>
      <p:sp>
        <p:nvSpPr>
          <p:cNvPr id="1686" name="Google Shape;1686;g313966eb66d_0_0"/>
          <p:cNvSpPr txBox="1"/>
          <p:nvPr>
            <p:ph idx="3" type="body"/>
          </p:nvPr>
        </p:nvSpPr>
        <p:spPr>
          <a:xfrm>
            <a:off x="128336" y="3144253"/>
            <a:ext cx="8053200" cy="2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</a:pPr>
            <a:r>
              <a:rPr lang="en-US" sz="2100">
                <a:solidFill>
                  <a:schemeClr val="lt2"/>
                </a:solidFill>
              </a:rPr>
              <a:t>Integrating additional data sources, like social media trends or news feeds, can enrich analysis and enhance the system's capabilities.</a:t>
            </a:r>
            <a:endParaRPr sz="2100">
              <a:solidFill>
                <a:schemeClr val="lt2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</a:pPr>
            <a:r>
              <a:rPr lang="en-US" sz="2100">
                <a:solidFill>
                  <a:schemeClr val="lt2"/>
                </a:solidFill>
              </a:rPr>
              <a:t>Monitoring with Amazon CloudWatch ensures system stability but may incur additional costs as the system scales or requires more tracking.</a:t>
            </a:r>
            <a:endParaRPr sz="21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</a:endParaRPr>
          </a:p>
        </p:txBody>
      </p:sp>
      <p:pic>
        <p:nvPicPr>
          <p:cNvPr descr="Abstract background" id="1687" name="Google Shape;1687;g313966eb66d_0_0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8642" y="2830115"/>
            <a:ext cx="3793356" cy="2872141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g313966eb66d_0_0"/>
          <p:cNvSpPr txBox="1"/>
          <p:nvPr>
            <p:ph idx="12" type="sldNum"/>
          </p:nvPr>
        </p:nvSpPr>
        <p:spPr>
          <a:xfrm>
            <a:off x="778643" y="5879656"/>
            <a:ext cx="354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bstract background" id="1689" name="Google Shape;1689;g313966eb66d_0_0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8650" y="1221453"/>
            <a:ext cx="3793356" cy="12673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g313966eb66d_0_0"/>
          <p:cNvSpPr txBox="1"/>
          <p:nvPr>
            <p:ph idx="3" type="body"/>
          </p:nvPr>
        </p:nvSpPr>
        <p:spPr>
          <a:xfrm>
            <a:off x="191700" y="880100"/>
            <a:ext cx="8053200" cy="23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1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</a:pPr>
            <a:r>
              <a:rPr lang="en-US" sz="2100">
                <a:solidFill>
                  <a:schemeClr val="lt2"/>
                </a:solidFill>
              </a:rPr>
              <a:t>Implementing an automated data pipeline for Reddit posts provided timely insights and enhanced data accessibility.</a:t>
            </a:r>
            <a:endParaRPr sz="2100">
              <a:solidFill>
                <a:schemeClr val="lt2"/>
              </a:solidFill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•"/>
            </a:pPr>
            <a:r>
              <a:rPr lang="en-US" sz="2100">
                <a:solidFill>
                  <a:schemeClr val="lt2"/>
                </a:solidFill>
              </a:rPr>
              <a:t>The reliance on API-based data sources for Reddit introduced limitations, such as rate limits, affecting the volume of data processed in real time.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1691" name="Google Shape;1691;g313966eb66d_0_0"/>
          <p:cNvSpPr txBox="1"/>
          <p:nvPr/>
        </p:nvSpPr>
        <p:spPr>
          <a:xfrm>
            <a:off x="10578675" y="6253575"/>
            <a:ext cx="22899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Ofentse</a:t>
            </a:r>
            <a:endParaRPr sz="28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2"/>
          <p:cNvSpPr txBox="1"/>
          <p:nvPr>
            <p:ph type="title"/>
          </p:nvPr>
        </p:nvSpPr>
        <p:spPr>
          <a:xfrm>
            <a:off x="809959" y="1546091"/>
            <a:ext cx="4846923" cy="10910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Gill Sans"/>
              <a:buNone/>
            </a:pPr>
            <a:r>
              <a:rPr lang="en-US"/>
              <a:t>THANK YOU!</a:t>
            </a:r>
            <a:endParaRPr/>
          </a:p>
        </p:txBody>
      </p:sp>
      <p:pic>
        <p:nvPicPr>
          <p:cNvPr descr="Abstract background" id="1697" name="Google Shape;1697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2350" y="0"/>
            <a:ext cx="6089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12"/>
          <p:cNvSpPr txBox="1"/>
          <p:nvPr>
            <p:ph idx="1" type="body"/>
          </p:nvPr>
        </p:nvSpPr>
        <p:spPr>
          <a:xfrm>
            <a:off x="880298" y="2778369"/>
            <a:ext cx="3832379" cy="48093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D. </a:t>
            </a:r>
            <a:r>
              <a:rPr lang="en-US" sz="1800"/>
              <a:t>Dyantyi</a:t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b="0" lang="en-US" sz="1600"/>
              <a:t>3647826</a:t>
            </a:r>
            <a:r>
              <a:rPr b="0" lang="en-US" sz="1600"/>
              <a:t>@myuwc.ac.za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R. Bulannga</a:t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b="0" lang="en-US" sz="1600"/>
              <a:t>4427011</a:t>
            </a:r>
            <a:r>
              <a:rPr b="0" lang="en-US" sz="1600"/>
              <a:t>@myuwc.ac.za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O. Mabuse</a:t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b="0" lang="en-US" sz="1600"/>
              <a:t>3721129</a:t>
            </a:r>
            <a:r>
              <a:rPr b="0" lang="en-US" sz="1600"/>
              <a:t>@myuwc.ac.za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O. Magubeni</a:t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b="0" lang="en-US" sz="1600"/>
              <a:t>3843895</a:t>
            </a:r>
            <a:r>
              <a:rPr b="0" lang="en-US" sz="1600"/>
              <a:t>@myuwc.ac.za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O. Menwe</a:t>
            </a:r>
            <a:endParaRPr sz="1800"/>
          </a:p>
          <a:p>
            <a:pPr indent="0" lvl="1" marL="457200" rtl="0" algn="l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b="0" lang="en-US" sz="1600"/>
              <a:t>3753092@myuwc.ac.za</a:t>
            </a:r>
            <a:endParaRPr b="0"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M. Modiba</a:t>
            </a:r>
            <a:endParaRPr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b="0" lang="en-US" sz="1600"/>
              <a:t>3929447</a:t>
            </a:r>
            <a:r>
              <a:rPr b="0" lang="en-US" sz="1600"/>
              <a:t>@myuwc.ac.za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 b="0"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2024-08-29T22:48:46Z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